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3" r:id="rId1"/>
  </p:sldMasterIdLst>
  <p:notesMasterIdLst>
    <p:notesMasterId r:id="rId27"/>
  </p:notesMasterIdLst>
  <p:sldIdLst>
    <p:sldId id="256" r:id="rId2"/>
    <p:sldId id="315" r:id="rId3"/>
    <p:sldId id="316" r:id="rId4"/>
    <p:sldId id="317" r:id="rId5"/>
    <p:sldId id="318" r:id="rId6"/>
    <p:sldId id="319" r:id="rId7"/>
    <p:sldId id="320" r:id="rId8"/>
    <p:sldId id="321" r:id="rId9"/>
    <p:sldId id="322" r:id="rId10"/>
    <p:sldId id="323" r:id="rId11"/>
    <p:sldId id="324" r:id="rId12"/>
    <p:sldId id="338" r:id="rId13"/>
    <p:sldId id="325" r:id="rId14"/>
    <p:sldId id="326" r:id="rId15"/>
    <p:sldId id="327" r:id="rId16"/>
    <p:sldId id="328" r:id="rId17"/>
    <p:sldId id="329" r:id="rId18"/>
    <p:sldId id="330" r:id="rId19"/>
    <p:sldId id="331" r:id="rId20"/>
    <p:sldId id="332" r:id="rId21"/>
    <p:sldId id="333" r:id="rId22"/>
    <p:sldId id="334" r:id="rId23"/>
    <p:sldId id="335" r:id="rId24"/>
    <p:sldId id="339" r:id="rId25"/>
    <p:sldId id="340" r:id="rId26"/>
  </p:sldIdLst>
  <p:sldSz cx="9144000" cy="5143500" type="screen16x9"/>
  <p:notesSz cx="6858000" cy="9144000"/>
  <p:embeddedFontLst>
    <p:embeddedFont>
      <p:font typeface="Archivo" panose="020B0604020202020204" charset="0"/>
      <p:regular r:id="rId28"/>
      <p:bold r:id="rId29"/>
      <p:italic r:id="rId30"/>
      <p:boldItalic r:id="rId31"/>
    </p:embeddedFont>
    <p:embeddedFont>
      <p:font typeface="Arial Unicode MS" panose="020B0604020202020204" pitchFamily="34" charset="-128"/>
      <p:regular r:id="rId32"/>
    </p:embeddedFont>
    <p:embeddedFont>
      <p:font typeface="Consolas" panose="020B0609020204030204" pitchFamily="49" charset="0"/>
      <p:regular r:id="rId33"/>
      <p:bold r:id="rId34"/>
      <p:italic r:id="rId35"/>
      <p:boldItalic r:id="rId36"/>
    </p:embeddedFont>
    <p:embeddedFont>
      <p:font typeface="Corbel Light" panose="020B0303020204020204" pitchFamily="34" charset="0"/>
      <p:regular r:id="rId37"/>
      <p:italic r:id="rId38"/>
    </p:embeddedFont>
    <p:embeddedFont>
      <p:font typeface="Figtree Black" panose="020B0604020202020204" charset="0"/>
      <p:bold r:id="rId39"/>
      <p:boldItalic r:id="rId40"/>
    </p:embeddedFont>
    <p:embeddedFont>
      <p:font typeface="Segoe UI" panose="020B0502040204020203" pitchFamily="34" charset="0"/>
      <p:regular r:id="rId41"/>
      <p:bold r:id="rId42"/>
      <p:italic r:id="rId43"/>
      <p:boldItalic r:id="rId4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45B832-174D-496D-BB74-82D56104843F}">
  <a:tblStyle styleId="{5C45B832-174D-496D-BB74-82D56104843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152" d="100"/>
          <a:sy n="152" d="100"/>
        </p:scale>
        <p:origin x="366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2.fntdata"/><Relationship Id="rId21" Type="http://schemas.openxmlformats.org/officeDocument/2006/relationships/slide" Target="slides/slide20.xml"/><Relationship Id="rId34" Type="http://schemas.openxmlformats.org/officeDocument/2006/relationships/font" Target="fonts/font7.fntdata"/><Relationship Id="rId42" Type="http://schemas.openxmlformats.org/officeDocument/2006/relationships/font" Target="fonts/font15.fntdata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5.fntdata"/><Relationship Id="rId37" Type="http://schemas.openxmlformats.org/officeDocument/2006/relationships/font" Target="fonts/font10.fntdata"/><Relationship Id="rId40" Type="http://schemas.openxmlformats.org/officeDocument/2006/relationships/font" Target="fonts/font13.fntdata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36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44" Type="http://schemas.openxmlformats.org/officeDocument/2006/relationships/font" Target="fonts/font1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font" Target="fonts/font8.fntdata"/><Relationship Id="rId43" Type="http://schemas.openxmlformats.org/officeDocument/2006/relationships/font" Target="fonts/font16.fntdata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6.fntdata"/><Relationship Id="rId38" Type="http://schemas.openxmlformats.org/officeDocument/2006/relationships/font" Target="fonts/font11.fntdata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font" Target="fonts/font1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9" name="Google Shape;88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266600" y="260350"/>
            <a:ext cx="8615262" cy="4617144"/>
          </a:xfrm>
          <a:custGeom>
            <a:avLst/>
            <a:gdLst/>
            <a:ahLst/>
            <a:cxnLst/>
            <a:rect l="l" t="t" r="r" b="b"/>
            <a:pathLst>
              <a:path w="75005" h="47449" extrusionOk="0">
                <a:moveTo>
                  <a:pt x="1" y="0"/>
                </a:moveTo>
                <a:lnTo>
                  <a:pt x="1" y="47449"/>
                </a:lnTo>
                <a:lnTo>
                  <a:pt x="75004" y="47449"/>
                </a:lnTo>
                <a:lnTo>
                  <a:pt x="7500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/>
          <p:nvPr/>
        </p:nvSpPr>
        <p:spPr>
          <a:xfrm>
            <a:off x="266600" y="264175"/>
            <a:ext cx="8615262" cy="174525"/>
          </a:xfrm>
          <a:custGeom>
            <a:avLst/>
            <a:gdLst/>
            <a:ahLst/>
            <a:cxnLst/>
            <a:rect l="l" t="t" r="r" b="b"/>
            <a:pathLst>
              <a:path w="75005" h="1824" extrusionOk="0">
                <a:moveTo>
                  <a:pt x="1" y="0"/>
                </a:moveTo>
                <a:lnTo>
                  <a:pt x="1" y="1823"/>
                </a:lnTo>
                <a:lnTo>
                  <a:pt x="75004" y="1823"/>
                </a:lnTo>
                <a:lnTo>
                  <a:pt x="7500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362380" y="315851"/>
            <a:ext cx="78460" cy="70518"/>
          </a:xfrm>
          <a:custGeom>
            <a:avLst/>
            <a:gdLst/>
            <a:ahLst/>
            <a:cxnLst/>
            <a:rect l="l" t="t" r="r" b="b"/>
            <a:pathLst>
              <a:path w="820" h="737" extrusionOk="0">
                <a:moveTo>
                  <a:pt x="375" y="0"/>
                </a:moveTo>
                <a:cubicBezTo>
                  <a:pt x="167" y="0"/>
                  <a:pt x="1" y="173"/>
                  <a:pt x="11" y="382"/>
                </a:cubicBezTo>
                <a:cubicBezTo>
                  <a:pt x="14" y="578"/>
                  <a:pt x="183" y="737"/>
                  <a:pt x="378" y="737"/>
                </a:cubicBezTo>
                <a:cubicBezTo>
                  <a:pt x="384" y="737"/>
                  <a:pt x="389" y="737"/>
                  <a:pt x="395" y="736"/>
                </a:cubicBezTo>
                <a:cubicBezTo>
                  <a:pt x="641" y="730"/>
                  <a:pt x="820" y="481"/>
                  <a:pt x="720" y="223"/>
                </a:cubicBezTo>
                <a:cubicBezTo>
                  <a:pt x="664" y="87"/>
                  <a:pt x="525" y="0"/>
                  <a:pt x="379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506096" y="315851"/>
            <a:ext cx="78173" cy="70518"/>
          </a:xfrm>
          <a:custGeom>
            <a:avLst/>
            <a:gdLst/>
            <a:ahLst/>
            <a:cxnLst/>
            <a:rect l="l" t="t" r="r" b="b"/>
            <a:pathLst>
              <a:path w="817" h="737" extrusionOk="0">
                <a:moveTo>
                  <a:pt x="372" y="0"/>
                </a:moveTo>
                <a:cubicBezTo>
                  <a:pt x="166" y="0"/>
                  <a:pt x="1" y="173"/>
                  <a:pt x="7" y="382"/>
                </a:cubicBezTo>
                <a:cubicBezTo>
                  <a:pt x="14" y="578"/>
                  <a:pt x="179" y="737"/>
                  <a:pt x="377" y="737"/>
                </a:cubicBezTo>
                <a:cubicBezTo>
                  <a:pt x="383" y="737"/>
                  <a:pt x="389" y="737"/>
                  <a:pt x="395" y="736"/>
                </a:cubicBezTo>
                <a:cubicBezTo>
                  <a:pt x="637" y="730"/>
                  <a:pt x="816" y="481"/>
                  <a:pt x="717" y="223"/>
                </a:cubicBezTo>
                <a:cubicBezTo>
                  <a:pt x="664" y="87"/>
                  <a:pt x="528" y="0"/>
                  <a:pt x="378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650099" y="315851"/>
            <a:ext cx="78173" cy="70518"/>
          </a:xfrm>
          <a:custGeom>
            <a:avLst/>
            <a:gdLst/>
            <a:ahLst/>
            <a:cxnLst/>
            <a:rect l="l" t="t" r="r" b="b"/>
            <a:pathLst>
              <a:path w="817" h="737" extrusionOk="0">
                <a:moveTo>
                  <a:pt x="372" y="0"/>
                </a:moveTo>
                <a:cubicBezTo>
                  <a:pt x="166" y="0"/>
                  <a:pt x="1" y="173"/>
                  <a:pt x="7" y="382"/>
                </a:cubicBezTo>
                <a:cubicBezTo>
                  <a:pt x="10" y="578"/>
                  <a:pt x="179" y="737"/>
                  <a:pt x="374" y="737"/>
                </a:cubicBezTo>
                <a:cubicBezTo>
                  <a:pt x="380" y="737"/>
                  <a:pt x="386" y="737"/>
                  <a:pt x="392" y="736"/>
                </a:cubicBezTo>
                <a:cubicBezTo>
                  <a:pt x="637" y="730"/>
                  <a:pt x="816" y="481"/>
                  <a:pt x="717" y="223"/>
                </a:cubicBezTo>
                <a:cubicBezTo>
                  <a:pt x="664" y="87"/>
                  <a:pt x="521" y="0"/>
                  <a:pt x="375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2"/>
          <p:cNvSpPr/>
          <p:nvPr/>
        </p:nvSpPr>
        <p:spPr>
          <a:xfrm>
            <a:off x="266600" y="438700"/>
            <a:ext cx="8615262" cy="218072"/>
          </a:xfrm>
          <a:custGeom>
            <a:avLst/>
            <a:gdLst/>
            <a:ahLst/>
            <a:cxnLst/>
            <a:rect l="l" t="t" r="r" b="b"/>
            <a:pathLst>
              <a:path w="75005" h="4351" extrusionOk="0">
                <a:moveTo>
                  <a:pt x="1" y="1"/>
                </a:moveTo>
                <a:lnTo>
                  <a:pt x="1" y="4350"/>
                </a:lnTo>
                <a:lnTo>
                  <a:pt x="75004" y="4350"/>
                </a:lnTo>
                <a:lnTo>
                  <a:pt x="7500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" name="Google Shape;15;p2"/>
          <p:cNvGrpSpPr/>
          <p:nvPr/>
        </p:nvGrpSpPr>
        <p:grpSpPr>
          <a:xfrm>
            <a:off x="6848403" y="458556"/>
            <a:ext cx="2010204" cy="178352"/>
            <a:chOff x="4905603" y="626944"/>
            <a:chExt cx="2010204" cy="178352"/>
          </a:xfrm>
        </p:grpSpPr>
        <p:sp>
          <p:nvSpPr>
            <p:cNvPr id="16" name="Google Shape;16;p2"/>
            <p:cNvSpPr/>
            <p:nvPr/>
          </p:nvSpPr>
          <p:spPr>
            <a:xfrm>
              <a:off x="4905603" y="626944"/>
              <a:ext cx="2010194" cy="178352"/>
            </a:xfrm>
            <a:custGeom>
              <a:avLst/>
              <a:gdLst/>
              <a:ahLst/>
              <a:cxnLst/>
              <a:rect l="l" t="t" r="r" b="b"/>
              <a:pathLst>
                <a:path w="21009" h="1864" extrusionOk="0">
                  <a:moveTo>
                    <a:pt x="1" y="1"/>
                  </a:moveTo>
                  <a:lnTo>
                    <a:pt x="1" y="1864"/>
                  </a:lnTo>
                  <a:lnTo>
                    <a:pt x="21008" y="1864"/>
                  </a:lnTo>
                  <a:lnTo>
                    <a:pt x="2100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6737456" y="626944"/>
              <a:ext cx="178352" cy="178352"/>
            </a:xfrm>
            <a:custGeom>
              <a:avLst/>
              <a:gdLst/>
              <a:ahLst/>
              <a:cxnLst/>
              <a:rect l="l" t="t" r="r" b="b"/>
              <a:pathLst>
                <a:path w="1864" h="1864" extrusionOk="0">
                  <a:moveTo>
                    <a:pt x="0" y="1"/>
                  </a:moveTo>
                  <a:lnTo>
                    <a:pt x="0" y="1864"/>
                  </a:lnTo>
                  <a:lnTo>
                    <a:pt x="1863" y="1864"/>
                  </a:lnTo>
                  <a:lnTo>
                    <a:pt x="186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6824336" y="711623"/>
              <a:ext cx="57505" cy="68030"/>
            </a:xfrm>
            <a:custGeom>
              <a:avLst/>
              <a:gdLst/>
              <a:ahLst/>
              <a:cxnLst/>
              <a:rect l="l" t="t" r="r" b="b"/>
              <a:pathLst>
                <a:path w="601" h="711" extrusionOk="0">
                  <a:moveTo>
                    <a:pt x="153" y="1"/>
                  </a:moveTo>
                  <a:cubicBezTo>
                    <a:pt x="137" y="47"/>
                    <a:pt x="103" y="90"/>
                    <a:pt x="67" y="117"/>
                  </a:cubicBezTo>
                  <a:cubicBezTo>
                    <a:pt x="44" y="130"/>
                    <a:pt x="24" y="147"/>
                    <a:pt x="1" y="157"/>
                  </a:cubicBezTo>
                  <a:lnTo>
                    <a:pt x="117" y="306"/>
                  </a:lnTo>
                  <a:lnTo>
                    <a:pt x="432" y="710"/>
                  </a:lnTo>
                  <a:lnTo>
                    <a:pt x="601" y="581"/>
                  </a:lnTo>
                  <a:lnTo>
                    <a:pt x="276" y="163"/>
                  </a:lnTo>
                  <a:lnTo>
                    <a:pt x="15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6764056" y="655649"/>
              <a:ext cx="97788" cy="89176"/>
            </a:xfrm>
            <a:custGeom>
              <a:avLst/>
              <a:gdLst/>
              <a:ahLst/>
              <a:cxnLst/>
              <a:rect l="l" t="t" r="r" b="b"/>
              <a:pathLst>
                <a:path w="1022" h="932" extrusionOk="0">
                  <a:moveTo>
                    <a:pt x="527" y="192"/>
                  </a:moveTo>
                  <a:cubicBezTo>
                    <a:pt x="611" y="192"/>
                    <a:pt x="693" y="231"/>
                    <a:pt x="747" y="301"/>
                  </a:cubicBezTo>
                  <a:cubicBezTo>
                    <a:pt x="806" y="380"/>
                    <a:pt x="820" y="483"/>
                    <a:pt x="780" y="576"/>
                  </a:cubicBezTo>
                  <a:cubicBezTo>
                    <a:pt x="763" y="629"/>
                    <a:pt x="733" y="665"/>
                    <a:pt x="697" y="695"/>
                  </a:cubicBezTo>
                  <a:cubicBezTo>
                    <a:pt x="674" y="712"/>
                    <a:pt x="654" y="725"/>
                    <a:pt x="631" y="732"/>
                  </a:cubicBezTo>
                  <a:cubicBezTo>
                    <a:pt x="597" y="745"/>
                    <a:pt x="562" y="752"/>
                    <a:pt x="527" y="752"/>
                  </a:cubicBezTo>
                  <a:cubicBezTo>
                    <a:pt x="400" y="752"/>
                    <a:pt x="281" y="665"/>
                    <a:pt x="253" y="530"/>
                  </a:cubicBezTo>
                  <a:cubicBezTo>
                    <a:pt x="226" y="420"/>
                    <a:pt x="273" y="304"/>
                    <a:pt x="365" y="244"/>
                  </a:cubicBezTo>
                  <a:cubicBezTo>
                    <a:pt x="415" y="209"/>
                    <a:pt x="472" y="192"/>
                    <a:pt x="527" y="192"/>
                  </a:cubicBezTo>
                  <a:close/>
                  <a:moveTo>
                    <a:pt x="526" y="0"/>
                  </a:moveTo>
                  <a:cubicBezTo>
                    <a:pt x="428" y="0"/>
                    <a:pt x="329" y="31"/>
                    <a:pt x="243" y="95"/>
                  </a:cubicBezTo>
                  <a:cubicBezTo>
                    <a:pt x="37" y="251"/>
                    <a:pt x="1" y="543"/>
                    <a:pt x="153" y="748"/>
                  </a:cubicBezTo>
                  <a:cubicBezTo>
                    <a:pt x="244" y="868"/>
                    <a:pt x="383" y="932"/>
                    <a:pt x="525" y="932"/>
                  </a:cubicBezTo>
                  <a:cubicBezTo>
                    <a:pt x="600" y="932"/>
                    <a:pt x="676" y="914"/>
                    <a:pt x="747" y="878"/>
                  </a:cubicBezTo>
                  <a:cubicBezTo>
                    <a:pt x="767" y="864"/>
                    <a:pt x="790" y="851"/>
                    <a:pt x="806" y="835"/>
                  </a:cubicBezTo>
                  <a:cubicBezTo>
                    <a:pt x="846" y="805"/>
                    <a:pt x="879" y="775"/>
                    <a:pt x="906" y="735"/>
                  </a:cubicBezTo>
                  <a:cubicBezTo>
                    <a:pt x="1022" y="569"/>
                    <a:pt x="1018" y="347"/>
                    <a:pt x="899" y="185"/>
                  </a:cubicBezTo>
                  <a:cubicBezTo>
                    <a:pt x="805" y="64"/>
                    <a:pt x="667" y="0"/>
                    <a:pt x="52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4945312" y="662538"/>
              <a:ext cx="7942" cy="107260"/>
            </a:xfrm>
            <a:custGeom>
              <a:avLst/>
              <a:gdLst/>
              <a:ahLst/>
              <a:cxnLst/>
              <a:rect l="l" t="t" r="r" b="b"/>
              <a:pathLst>
                <a:path w="83" h="1121" extrusionOk="0">
                  <a:moveTo>
                    <a:pt x="0" y="0"/>
                  </a:moveTo>
                  <a:lnTo>
                    <a:pt x="0" y="1121"/>
                  </a:lnTo>
                  <a:lnTo>
                    <a:pt x="83" y="1121"/>
                  </a:lnTo>
                  <a:lnTo>
                    <a:pt x="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" name="Google Shape;21;p2"/>
          <p:cNvSpPr/>
          <p:nvPr/>
        </p:nvSpPr>
        <p:spPr>
          <a:xfrm>
            <a:off x="8754900" y="656750"/>
            <a:ext cx="126951" cy="4038639"/>
          </a:xfrm>
          <a:custGeom>
            <a:avLst/>
            <a:gdLst/>
            <a:ahLst/>
            <a:cxnLst/>
            <a:rect l="l" t="t" r="r" b="b"/>
            <a:pathLst>
              <a:path w="1327" h="41316" extrusionOk="0">
                <a:moveTo>
                  <a:pt x="0" y="0"/>
                </a:moveTo>
                <a:lnTo>
                  <a:pt x="0" y="41316"/>
                </a:lnTo>
                <a:lnTo>
                  <a:pt x="1326" y="41316"/>
                </a:lnTo>
                <a:lnTo>
                  <a:pt x="1326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2"/>
          <p:cNvSpPr/>
          <p:nvPr/>
        </p:nvSpPr>
        <p:spPr>
          <a:xfrm>
            <a:off x="8782445" y="683356"/>
            <a:ext cx="67648" cy="1490638"/>
          </a:xfrm>
          <a:custGeom>
            <a:avLst/>
            <a:gdLst/>
            <a:ahLst/>
            <a:cxnLst/>
            <a:rect l="l" t="t" r="r" b="b"/>
            <a:pathLst>
              <a:path w="707" h="15579" extrusionOk="0">
                <a:moveTo>
                  <a:pt x="355" y="0"/>
                </a:moveTo>
                <a:cubicBezTo>
                  <a:pt x="160" y="0"/>
                  <a:pt x="1" y="153"/>
                  <a:pt x="1" y="345"/>
                </a:cubicBezTo>
                <a:lnTo>
                  <a:pt x="1" y="15233"/>
                </a:lnTo>
                <a:cubicBezTo>
                  <a:pt x="1" y="15426"/>
                  <a:pt x="160" y="15578"/>
                  <a:pt x="355" y="15578"/>
                </a:cubicBezTo>
                <a:cubicBezTo>
                  <a:pt x="548" y="15578"/>
                  <a:pt x="707" y="15426"/>
                  <a:pt x="707" y="15233"/>
                </a:cubicBezTo>
                <a:lnTo>
                  <a:pt x="707" y="345"/>
                </a:lnTo>
                <a:cubicBezTo>
                  <a:pt x="707" y="153"/>
                  <a:pt x="548" y="0"/>
                  <a:pt x="355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2"/>
          <p:cNvSpPr/>
          <p:nvPr/>
        </p:nvSpPr>
        <p:spPr>
          <a:xfrm>
            <a:off x="266600" y="4659400"/>
            <a:ext cx="8615285" cy="218077"/>
          </a:xfrm>
          <a:custGeom>
            <a:avLst/>
            <a:gdLst/>
            <a:ahLst/>
            <a:cxnLst/>
            <a:rect l="l" t="t" r="r" b="b"/>
            <a:pathLst>
              <a:path w="73679" h="5845" extrusionOk="0">
                <a:moveTo>
                  <a:pt x="1" y="0"/>
                </a:moveTo>
                <a:lnTo>
                  <a:pt x="1" y="5845"/>
                </a:lnTo>
                <a:lnTo>
                  <a:pt x="73678" y="5845"/>
                </a:lnTo>
                <a:lnTo>
                  <a:pt x="73678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2"/>
          <p:cNvSpPr/>
          <p:nvPr/>
        </p:nvSpPr>
        <p:spPr>
          <a:xfrm>
            <a:off x="8754902" y="4715245"/>
            <a:ext cx="50949" cy="104677"/>
          </a:xfrm>
          <a:custGeom>
            <a:avLst/>
            <a:gdLst/>
            <a:ahLst/>
            <a:cxnLst/>
            <a:rect l="l" t="t" r="r" b="b"/>
            <a:pathLst>
              <a:path w="869" h="1785" extrusionOk="0">
                <a:moveTo>
                  <a:pt x="0" y="1"/>
                </a:moveTo>
                <a:lnTo>
                  <a:pt x="0" y="1784"/>
                </a:lnTo>
                <a:lnTo>
                  <a:pt x="869" y="955"/>
                </a:lnTo>
                <a:lnTo>
                  <a:pt x="0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2"/>
          <p:cNvSpPr/>
          <p:nvPr/>
        </p:nvSpPr>
        <p:spPr>
          <a:xfrm>
            <a:off x="317430" y="488803"/>
            <a:ext cx="142854" cy="23921"/>
          </a:xfrm>
          <a:custGeom>
            <a:avLst/>
            <a:gdLst/>
            <a:ahLst/>
            <a:cxnLst/>
            <a:rect l="l" t="t" r="r" b="b"/>
            <a:pathLst>
              <a:path w="1493" h="250" extrusionOk="0">
                <a:moveTo>
                  <a:pt x="1" y="0"/>
                </a:moveTo>
                <a:lnTo>
                  <a:pt x="1" y="249"/>
                </a:lnTo>
                <a:lnTo>
                  <a:pt x="1492" y="249"/>
                </a:lnTo>
                <a:lnTo>
                  <a:pt x="149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2"/>
          <p:cNvSpPr/>
          <p:nvPr/>
        </p:nvSpPr>
        <p:spPr>
          <a:xfrm>
            <a:off x="317430" y="591567"/>
            <a:ext cx="142854" cy="23921"/>
          </a:xfrm>
          <a:custGeom>
            <a:avLst/>
            <a:gdLst/>
            <a:ahLst/>
            <a:cxnLst/>
            <a:rect l="l" t="t" r="r" b="b"/>
            <a:pathLst>
              <a:path w="1493" h="250" extrusionOk="0">
                <a:moveTo>
                  <a:pt x="1" y="1"/>
                </a:moveTo>
                <a:lnTo>
                  <a:pt x="1" y="250"/>
                </a:lnTo>
                <a:lnTo>
                  <a:pt x="1492" y="250"/>
                </a:lnTo>
                <a:lnTo>
                  <a:pt x="1492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2"/>
          <p:cNvSpPr/>
          <p:nvPr/>
        </p:nvSpPr>
        <p:spPr>
          <a:xfrm>
            <a:off x="317430" y="540185"/>
            <a:ext cx="142854" cy="23921"/>
          </a:xfrm>
          <a:custGeom>
            <a:avLst/>
            <a:gdLst/>
            <a:ahLst/>
            <a:cxnLst/>
            <a:rect l="l" t="t" r="r" b="b"/>
            <a:pathLst>
              <a:path w="1493" h="250" extrusionOk="0">
                <a:moveTo>
                  <a:pt x="1" y="1"/>
                </a:moveTo>
                <a:lnTo>
                  <a:pt x="1" y="249"/>
                </a:lnTo>
                <a:lnTo>
                  <a:pt x="1492" y="249"/>
                </a:lnTo>
                <a:lnTo>
                  <a:pt x="1492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2"/>
          <p:cNvSpPr/>
          <p:nvPr/>
        </p:nvSpPr>
        <p:spPr>
          <a:xfrm rot="10800000">
            <a:off x="317427" y="4715245"/>
            <a:ext cx="50949" cy="104677"/>
          </a:xfrm>
          <a:custGeom>
            <a:avLst/>
            <a:gdLst/>
            <a:ahLst/>
            <a:cxnLst/>
            <a:rect l="l" t="t" r="r" b="b"/>
            <a:pathLst>
              <a:path w="869" h="1785" extrusionOk="0">
                <a:moveTo>
                  <a:pt x="0" y="1"/>
                </a:moveTo>
                <a:lnTo>
                  <a:pt x="0" y="1784"/>
                </a:lnTo>
                <a:lnTo>
                  <a:pt x="869" y="955"/>
                </a:lnTo>
                <a:lnTo>
                  <a:pt x="0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2"/>
          <p:cNvSpPr/>
          <p:nvPr/>
        </p:nvSpPr>
        <p:spPr>
          <a:xfrm>
            <a:off x="266538" y="258700"/>
            <a:ext cx="8615400" cy="46173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2"/>
          <p:cNvSpPr txBox="1">
            <a:spLocks noGrp="1"/>
          </p:cNvSpPr>
          <p:nvPr>
            <p:ph type="ctrTitle"/>
          </p:nvPr>
        </p:nvSpPr>
        <p:spPr>
          <a:xfrm>
            <a:off x="4294286" y="1256863"/>
            <a:ext cx="4125900" cy="24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9pPr>
          </a:lstStyle>
          <a:p>
            <a:endParaRPr/>
          </a:p>
        </p:txBody>
      </p:sp>
      <p:sp>
        <p:nvSpPr>
          <p:cNvPr id="31" name="Google Shape;31;p2"/>
          <p:cNvSpPr txBox="1">
            <a:spLocks noGrp="1"/>
          </p:cNvSpPr>
          <p:nvPr>
            <p:ph type="subTitle" idx="1"/>
          </p:nvPr>
        </p:nvSpPr>
        <p:spPr>
          <a:xfrm>
            <a:off x="4294150" y="3736200"/>
            <a:ext cx="4125900" cy="46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oogle Shape;33;p3"/>
          <p:cNvGrpSpPr/>
          <p:nvPr/>
        </p:nvGrpSpPr>
        <p:grpSpPr>
          <a:xfrm>
            <a:off x="266538" y="258700"/>
            <a:ext cx="8615400" cy="4618794"/>
            <a:chOff x="266538" y="258700"/>
            <a:chExt cx="8615400" cy="4618794"/>
          </a:xfrm>
        </p:grpSpPr>
        <p:sp>
          <p:nvSpPr>
            <p:cNvPr id="34" name="Google Shape;34;p3"/>
            <p:cNvSpPr/>
            <p:nvPr/>
          </p:nvSpPr>
          <p:spPr>
            <a:xfrm>
              <a:off x="266600" y="260350"/>
              <a:ext cx="8615262" cy="4617144"/>
            </a:xfrm>
            <a:custGeom>
              <a:avLst/>
              <a:gdLst/>
              <a:ahLst/>
              <a:cxnLst/>
              <a:rect l="l" t="t" r="r" b="b"/>
              <a:pathLst>
                <a:path w="75005" h="47449" extrusionOk="0">
                  <a:moveTo>
                    <a:pt x="1" y="0"/>
                  </a:moveTo>
                  <a:lnTo>
                    <a:pt x="1" y="47449"/>
                  </a:lnTo>
                  <a:lnTo>
                    <a:pt x="75004" y="47449"/>
                  </a:lnTo>
                  <a:lnTo>
                    <a:pt x="7500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>
              <a:off x="266600" y="264175"/>
              <a:ext cx="8615262" cy="174525"/>
            </a:xfrm>
            <a:custGeom>
              <a:avLst/>
              <a:gdLst/>
              <a:ahLst/>
              <a:cxnLst/>
              <a:rect l="l" t="t" r="r" b="b"/>
              <a:pathLst>
                <a:path w="75005" h="1824" extrusionOk="0">
                  <a:moveTo>
                    <a:pt x="1" y="0"/>
                  </a:moveTo>
                  <a:lnTo>
                    <a:pt x="1" y="1823"/>
                  </a:lnTo>
                  <a:lnTo>
                    <a:pt x="75004" y="1823"/>
                  </a:lnTo>
                  <a:lnTo>
                    <a:pt x="7500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>
              <a:off x="362380" y="315851"/>
              <a:ext cx="78460" cy="70518"/>
            </a:xfrm>
            <a:custGeom>
              <a:avLst/>
              <a:gdLst/>
              <a:ahLst/>
              <a:cxnLst/>
              <a:rect l="l" t="t" r="r" b="b"/>
              <a:pathLst>
                <a:path w="820" h="737" extrusionOk="0">
                  <a:moveTo>
                    <a:pt x="375" y="0"/>
                  </a:moveTo>
                  <a:cubicBezTo>
                    <a:pt x="167" y="0"/>
                    <a:pt x="1" y="173"/>
                    <a:pt x="11" y="382"/>
                  </a:cubicBezTo>
                  <a:cubicBezTo>
                    <a:pt x="14" y="578"/>
                    <a:pt x="183" y="737"/>
                    <a:pt x="378" y="737"/>
                  </a:cubicBezTo>
                  <a:cubicBezTo>
                    <a:pt x="384" y="737"/>
                    <a:pt x="389" y="737"/>
                    <a:pt x="395" y="736"/>
                  </a:cubicBezTo>
                  <a:cubicBezTo>
                    <a:pt x="641" y="730"/>
                    <a:pt x="820" y="481"/>
                    <a:pt x="720" y="223"/>
                  </a:cubicBezTo>
                  <a:cubicBezTo>
                    <a:pt x="664" y="87"/>
                    <a:pt x="525" y="0"/>
                    <a:pt x="37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>
              <a:off x="506096" y="315851"/>
              <a:ext cx="78173" cy="70518"/>
            </a:xfrm>
            <a:custGeom>
              <a:avLst/>
              <a:gdLst/>
              <a:ahLst/>
              <a:cxnLst/>
              <a:rect l="l" t="t" r="r" b="b"/>
              <a:pathLst>
                <a:path w="817" h="737" extrusionOk="0">
                  <a:moveTo>
                    <a:pt x="372" y="0"/>
                  </a:moveTo>
                  <a:cubicBezTo>
                    <a:pt x="166" y="0"/>
                    <a:pt x="1" y="173"/>
                    <a:pt x="7" y="382"/>
                  </a:cubicBezTo>
                  <a:cubicBezTo>
                    <a:pt x="14" y="578"/>
                    <a:pt x="179" y="737"/>
                    <a:pt x="377" y="737"/>
                  </a:cubicBezTo>
                  <a:cubicBezTo>
                    <a:pt x="383" y="737"/>
                    <a:pt x="389" y="737"/>
                    <a:pt x="395" y="736"/>
                  </a:cubicBezTo>
                  <a:cubicBezTo>
                    <a:pt x="637" y="730"/>
                    <a:pt x="816" y="481"/>
                    <a:pt x="717" y="223"/>
                  </a:cubicBezTo>
                  <a:cubicBezTo>
                    <a:pt x="664" y="87"/>
                    <a:pt x="528" y="0"/>
                    <a:pt x="37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>
              <a:off x="650099" y="315851"/>
              <a:ext cx="78173" cy="70518"/>
            </a:xfrm>
            <a:custGeom>
              <a:avLst/>
              <a:gdLst/>
              <a:ahLst/>
              <a:cxnLst/>
              <a:rect l="l" t="t" r="r" b="b"/>
              <a:pathLst>
                <a:path w="817" h="737" extrusionOk="0">
                  <a:moveTo>
                    <a:pt x="372" y="0"/>
                  </a:moveTo>
                  <a:cubicBezTo>
                    <a:pt x="166" y="0"/>
                    <a:pt x="1" y="173"/>
                    <a:pt x="7" y="382"/>
                  </a:cubicBezTo>
                  <a:cubicBezTo>
                    <a:pt x="10" y="578"/>
                    <a:pt x="179" y="737"/>
                    <a:pt x="374" y="737"/>
                  </a:cubicBezTo>
                  <a:cubicBezTo>
                    <a:pt x="380" y="737"/>
                    <a:pt x="386" y="737"/>
                    <a:pt x="392" y="736"/>
                  </a:cubicBezTo>
                  <a:cubicBezTo>
                    <a:pt x="637" y="730"/>
                    <a:pt x="816" y="481"/>
                    <a:pt x="717" y="223"/>
                  </a:cubicBezTo>
                  <a:cubicBezTo>
                    <a:pt x="664" y="87"/>
                    <a:pt x="521" y="0"/>
                    <a:pt x="37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3"/>
            <p:cNvSpPr/>
            <p:nvPr/>
          </p:nvSpPr>
          <p:spPr>
            <a:xfrm>
              <a:off x="266600" y="438700"/>
              <a:ext cx="8615262" cy="218072"/>
            </a:xfrm>
            <a:custGeom>
              <a:avLst/>
              <a:gdLst/>
              <a:ahLst/>
              <a:cxnLst/>
              <a:rect l="l" t="t" r="r" b="b"/>
              <a:pathLst>
                <a:path w="75005" h="4351" extrusionOk="0">
                  <a:moveTo>
                    <a:pt x="1" y="1"/>
                  </a:moveTo>
                  <a:lnTo>
                    <a:pt x="1" y="4350"/>
                  </a:lnTo>
                  <a:lnTo>
                    <a:pt x="75004" y="4350"/>
                  </a:lnTo>
                  <a:lnTo>
                    <a:pt x="7500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0" name="Google Shape;40;p3"/>
            <p:cNvGrpSpPr/>
            <p:nvPr/>
          </p:nvGrpSpPr>
          <p:grpSpPr>
            <a:xfrm>
              <a:off x="6848403" y="458556"/>
              <a:ext cx="2010204" cy="178352"/>
              <a:chOff x="4905603" y="626944"/>
              <a:chExt cx="2010204" cy="178352"/>
            </a:xfrm>
          </p:grpSpPr>
          <p:sp>
            <p:nvSpPr>
              <p:cNvPr id="41" name="Google Shape;41;p3"/>
              <p:cNvSpPr/>
              <p:nvPr/>
            </p:nvSpPr>
            <p:spPr>
              <a:xfrm>
                <a:off x="4905603" y="626944"/>
                <a:ext cx="2010194" cy="178352"/>
              </a:xfrm>
              <a:custGeom>
                <a:avLst/>
                <a:gdLst/>
                <a:ahLst/>
                <a:cxnLst/>
                <a:rect l="l" t="t" r="r" b="b"/>
                <a:pathLst>
                  <a:path w="21009" h="1864" extrusionOk="0">
                    <a:moveTo>
                      <a:pt x="1" y="1"/>
                    </a:moveTo>
                    <a:lnTo>
                      <a:pt x="1" y="1864"/>
                    </a:lnTo>
                    <a:lnTo>
                      <a:pt x="21008" y="1864"/>
                    </a:lnTo>
                    <a:lnTo>
                      <a:pt x="21008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42;p3"/>
              <p:cNvSpPr/>
              <p:nvPr/>
            </p:nvSpPr>
            <p:spPr>
              <a:xfrm>
                <a:off x="6737456" y="626944"/>
                <a:ext cx="178352" cy="178352"/>
              </a:xfrm>
              <a:custGeom>
                <a:avLst/>
                <a:gdLst/>
                <a:ahLst/>
                <a:cxnLst/>
                <a:rect l="l" t="t" r="r" b="b"/>
                <a:pathLst>
                  <a:path w="1864" h="1864" extrusionOk="0">
                    <a:moveTo>
                      <a:pt x="0" y="1"/>
                    </a:moveTo>
                    <a:lnTo>
                      <a:pt x="0" y="1864"/>
                    </a:lnTo>
                    <a:lnTo>
                      <a:pt x="1863" y="1864"/>
                    </a:lnTo>
                    <a:lnTo>
                      <a:pt x="186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43;p3"/>
              <p:cNvSpPr/>
              <p:nvPr/>
            </p:nvSpPr>
            <p:spPr>
              <a:xfrm>
                <a:off x="6824336" y="711623"/>
                <a:ext cx="57505" cy="68030"/>
              </a:xfrm>
              <a:custGeom>
                <a:avLst/>
                <a:gdLst/>
                <a:ahLst/>
                <a:cxnLst/>
                <a:rect l="l" t="t" r="r" b="b"/>
                <a:pathLst>
                  <a:path w="601" h="711" extrusionOk="0">
                    <a:moveTo>
                      <a:pt x="153" y="1"/>
                    </a:moveTo>
                    <a:cubicBezTo>
                      <a:pt x="137" y="47"/>
                      <a:pt x="103" y="90"/>
                      <a:pt x="67" y="117"/>
                    </a:cubicBezTo>
                    <a:cubicBezTo>
                      <a:pt x="44" y="130"/>
                      <a:pt x="24" y="147"/>
                      <a:pt x="1" y="157"/>
                    </a:cubicBezTo>
                    <a:lnTo>
                      <a:pt x="117" y="306"/>
                    </a:lnTo>
                    <a:lnTo>
                      <a:pt x="432" y="710"/>
                    </a:lnTo>
                    <a:lnTo>
                      <a:pt x="601" y="581"/>
                    </a:lnTo>
                    <a:lnTo>
                      <a:pt x="276" y="163"/>
                    </a:lnTo>
                    <a:lnTo>
                      <a:pt x="153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44;p3"/>
              <p:cNvSpPr/>
              <p:nvPr/>
            </p:nvSpPr>
            <p:spPr>
              <a:xfrm>
                <a:off x="6764056" y="655649"/>
                <a:ext cx="97788" cy="89176"/>
              </a:xfrm>
              <a:custGeom>
                <a:avLst/>
                <a:gdLst/>
                <a:ahLst/>
                <a:cxnLst/>
                <a:rect l="l" t="t" r="r" b="b"/>
                <a:pathLst>
                  <a:path w="1022" h="932" extrusionOk="0">
                    <a:moveTo>
                      <a:pt x="527" y="192"/>
                    </a:moveTo>
                    <a:cubicBezTo>
                      <a:pt x="611" y="192"/>
                      <a:pt x="693" y="231"/>
                      <a:pt x="747" y="301"/>
                    </a:cubicBezTo>
                    <a:cubicBezTo>
                      <a:pt x="806" y="380"/>
                      <a:pt x="820" y="483"/>
                      <a:pt x="780" y="576"/>
                    </a:cubicBezTo>
                    <a:cubicBezTo>
                      <a:pt x="763" y="629"/>
                      <a:pt x="733" y="665"/>
                      <a:pt x="697" y="695"/>
                    </a:cubicBezTo>
                    <a:cubicBezTo>
                      <a:pt x="674" y="712"/>
                      <a:pt x="654" y="725"/>
                      <a:pt x="631" y="732"/>
                    </a:cubicBezTo>
                    <a:cubicBezTo>
                      <a:pt x="597" y="745"/>
                      <a:pt x="562" y="752"/>
                      <a:pt x="527" y="752"/>
                    </a:cubicBezTo>
                    <a:cubicBezTo>
                      <a:pt x="400" y="752"/>
                      <a:pt x="281" y="665"/>
                      <a:pt x="253" y="530"/>
                    </a:cubicBezTo>
                    <a:cubicBezTo>
                      <a:pt x="226" y="420"/>
                      <a:pt x="273" y="304"/>
                      <a:pt x="365" y="244"/>
                    </a:cubicBezTo>
                    <a:cubicBezTo>
                      <a:pt x="415" y="209"/>
                      <a:pt x="472" y="192"/>
                      <a:pt x="527" y="192"/>
                    </a:cubicBezTo>
                    <a:close/>
                    <a:moveTo>
                      <a:pt x="526" y="0"/>
                    </a:moveTo>
                    <a:cubicBezTo>
                      <a:pt x="428" y="0"/>
                      <a:pt x="329" y="31"/>
                      <a:pt x="243" y="95"/>
                    </a:cubicBezTo>
                    <a:cubicBezTo>
                      <a:pt x="37" y="251"/>
                      <a:pt x="1" y="543"/>
                      <a:pt x="153" y="748"/>
                    </a:cubicBezTo>
                    <a:cubicBezTo>
                      <a:pt x="244" y="868"/>
                      <a:pt x="383" y="932"/>
                      <a:pt x="525" y="932"/>
                    </a:cubicBezTo>
                    <a:cubicBezTo>
                      <a:pt x="600" y="932"/>
                      <a:pt x="676" y="914"/>
                      <a:pt x="747" y="878"/>
                    </a:cubicBezTo>
                    <a:cubicBezTo>
                      <a:pt x="767" y="864"/>
                      <a:pt x="790" y="851"/>
                      <a:pt x="806" y="835"/>
                    </a:cubicBezTo>
                    <a:cubicBezTo>
                      <a:pt x="846" y="805"/>
                      <a:pt x="879" y="775"/>
                      <a:pt x="906" y="735"/>
                    </a:cubicBezTo>
                    <a:cubicBezTo>
                      <a:pt x="1022" y="569"/>
                      <a:pt x="1018" y="347"/>
                      <a:pt x="899" y="185"/>
                    </a:cubicBezTo>
                    <a:cubicBezTo>
                      <a:pt x="805" y="64"/>
                      <a:pt x="667" y="0"/>
                      <a:pt x="52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Google Shape;45;p3"/>
              <p:cNvSpPr/>
              <p:nvPr/>
            </p:nvSpPr>
            <p:spPr>
              <a:xfrm>
                <a:off x="4945312" y="662538"/>
                <a:ext cx="7942" cy="107260"/>
              </a:xfrm>
              <a:custGeom>
                <a:avLst/>
                <a:gdLst/>
                <a:ahLst/>
                <a:cxnLst/>
                <a:rect l="l" t="t" r="r" b="b"/>
                <a:pathLst>
                  <a:path w="83" h="1121" extrusionOk="0">
                    <a:moveTo>
                      <a:pt x="0" y="0"/>
                    </a:moveTo>
                    <a:lnTo>
                      <a:pt x="0" y="1121"/>
                    </a:lnTo>
                    <a:lnTo>
                      <a:pt x="83" y="1121"/>
                    </a:lnTo>
                    <a:lnTo>
                      <a:pt x="8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6" name="Google Shape;46;p3"/>
            <p:cNvSpPr/>
            <p:nvPr/>
          </p:nvSpPr>
          <p:spPr>
            <a:xfrm>
              <a:off x="8754900" y="656750"/>
              <a:ext cx="126951" cy="4038639"/>
            </a:xfrm>
            <a:custGeom>
              <a:avLst/>
              <a:gdLst/>
              <a:ahLst/>
              <a:cxnLst/>
              <a:rect l="l" t="t" r="r" b="b"/>
              <a:pathLst>
                <a:path w="1327" h="41316" extrusionOk="0">
                  <a:moveTo>
                    <a:pt x="0" y="0"/>
                  </a:moveTo>
                  <a:lnTo>
                    <a:pt x="0" y="41316"/>
                  </a:lnTo>
                  <a:lnTo>
                    <a:pt x="1326" y="41316"/>
                  </a:lnTo>
                  <a:lnTo>
                    <a:pt x="132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3"/>
            <p:cNvSpPr/>
            <p:nvPr/>
          </p:nvSpPr>
          <p:spPr>
            <a:xfrm>
              <a:off x="8782445" y="683356"/>
              <a:ext cx="67648" cy="1490638"/>
            </a:xfrm>
            <a:custGeom>
              <a:avLst/>
              <a:gdLst/>
              <a:ahLst/>
              <a:cxnLst/>
              <a:rect l="l" t="t" r="r" b="b"/>
              <a:pathLst>
                <a:path w="707" h="15579" extrusionOk="0">
                  <a:moveTo>
                    <a:pt x="355" y="0"/>
                  </a:moveTo>
                  <a:cubicBezTo>
                    <a:pt x="160" y="0"/>
                    <a:pt x="1" y="153"/>
                    <a:pt x="1" y="345"/>
                  </a:cubicBezTo>
                  <a:lnTo>
                    <a:pt x="1" y="15233"/>
                  </a:lnTo>
                  <a:cubicBezTo>
                    <a:pt x="1" y="15426"/>
                    <a:pt x="160" y="15578"/>
                    <a:pt x="355" y="15578"/>
                  </a:cubicBezTo>
                  <a:cubicBezTo>
                    <a:pt x="548" y="15578"/>
                    <a:pt x="707" y="15426"/>
                    <a:pt x="707" y="15233"/>
                  </a:cubicBezTo>
                  <a:lnTo>
                    <a:pt x="707" y="345"/>
                  </a:lnTo>
                  <a:cubicBezTo>
                    <a:pt x="707" y="153"/>
                    <a:pt x="548" y="0"/>
                    <a:pt x="35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3"/>
            <p:cNvSpPr/>
            <p:nvPr/>
          </p:nvSpPr>
          <p:spPr>
            <a:xfrm>
              <a:off x="266600" y="4659400"/>
              <a:ext cx="8615285" cy="218077"/>
            </a:xfrm>
            <a:custGeom>
              <a:avLst/>
              <a:gdLst/>
              <a:ahLst/>
              <a:cxnLst/>
              <a:rect l="l" t="t" r="r" b="b"/>
              <a:pathLst>
                <a:path w="73679" h="5845" extrusionOk="0">
                  <a:moveTo>
                    <a:pt x="1" y="0"/>
                  </a:moveTo>
                  <a:lnTo>
                    <a:pt x="1" y="5845"/>
                  </a:lnTo>
                  <a:lnTo>
                    <a:pt x="73678" y="5845"/>
                  </a:lnTo>
                  <a:lnTo>
                    <a:pt x="7367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3"/>
            <p:cNvSpPr/>
            <p:nvPr/>
          </p:nvSpPr>
          <p:spPr>
            <a:xfrm>
              <a:off x="8754902" y="4715245"/>
              <a:ext cx="50949" cy="104677"/>
            </a:xfrm>
            <a:custGeom>
              <a:avLst/>
              <a:gdLst/>
              <a:ahLst/>
              <a:cxnLst/>
              <a:rect l="l" t="t" r="r" b="b"/>
              <a:pathLst>
                <a:path w="869" h="1785" extrusionOk="0">
                  <a:moveTo>
                    <a:pt x="0" y="1"/>
                  </a:moveTo>
                  <a:lnTo>
                    <a:pt x="0" y="1784"/>
                  </a:lnTo>
                  <a:lnTo>
                    <a:pt x="869" y="95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3"/>
            <p:cNvSpPr/>
            <p:nvPr/>
          </p:nvSpPr>
          <p:spPr>
            <a:xfrm>
              <a:off x="317430" y="488803"/>
              <a:ext cx="142854" cy="23921"/>
            </a:xfrm>
            <a:custGeom>
              <a:avLst/>
              <a:gdLst/>
              <a:ahLst/>
              <a:cxnLst/>
              <a:rect l="l" t="t" r="r" b="b"/>
              <a:pathLst>
                <a:path w="1493" h="250" extrusionOk="0">
                  <a:moveTo>
                    <a:pt x="1" y="0"/>
                  </a:moveTo>
                  <a:lnTo>
                    <a:pt x="1" y="249"/>
                  </a:lnTo>
                  <a:lnTo>
                    <a:pt x="1492" y="249"/>
                  </a:lnTo>
                  <a:lnTo>
                    <a:pt x="149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3"/>
            <p:cNvSpPr/>
            <p:nvPr/>
          </p:nvSpPr>
          <p:spPr>
            <a:xfrm>
              <a:off x="317430" y="591567"/>
              <a:ext cx="142854" cy="23921"/>
            </a:xfrm>
            <a:custGeom>
              <a:avLst/>
              <a:gdLst/>
              <a:ahLst/>
              <a:cxnLst/>
              <a:rect l="l" t="t" r="r" b="b"/>
              <a:pathLst>
                <a:path w="1493" h="250" extrusionOk="0">
                  <a:moveTo>
                    <a:pt x="1" y="1"/>
                  </a:moveTo>
                  <a:lnTo>
                    <a:pt x="1" y="250"/>
                  </a:lnTo>
                  <a:lnTo>
                    <a:pt x="1492" y="250"/>
                  </a:lnTo>
                  <a:lnTo>
                    <a:pt x="149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3"/>
            <p:cNvSpPr/>
            <p:nvPr/>
          </p:nvSpPr>
          <p:spPr>
            <a:xfrm>
              <a:off x="317430" y="540185"/>
              <a:ext cx="142854" cy="23921"/>
            </a:xfrm>
            <a:custGeom>
              <a:avLst/>
              <a:gdLst/>
              <a:ahLst/>
              <a:cxnLst/>
              <a:rect l="l" t="t" r="r" b="b"/>
              <a:pathLst>
                <a:path w="1493" h="250" extrusionOk="0">
                  <a:moveTo>
                    <a:pt x="1" y="1"/>
                  </a:moveTo>
                  <a:lnTo>
                    <a:pt x="1" y="249"/>
                  </a:lnTo>
                  <a:lnTo>
                    <a:pt x="1492" y="249"/>
                  </a:lnTo>
                  <a:lnTo>
                    <a:pt x="149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3"/>
            <p:cNvSpPr/>
            <p:nvPr/>
          </p:nvSpPr>
          <p:spPr>
            <a:xfrm rot="10800000">
              <a:off x="317427" y="4715245"/>
              <a:ext cx="50949" cy="104677"/>
            </a:xfrm>
            <a:custGeom>
              <a:avLst/>
              <a:gdLst/>
              <a:ahLst/>
              <a:cxnLst/>
              <a:rect l="l" t="t" r="r" b="b"/>
              <a:pathLst>
                <a:path w="869" h="1785" extrusionOk="0">
                  <a:moveTo>
                    <a:pt x="0" y="1"/>
                  </a:moveTo>
                  <a:lnTo>
                    <a:pt x="0" y="1784"/>
                  </a:lnTo>
                  <a:lnTo>
                    <a:pt x="869" y="95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3"/>
            <p:cNvSpPr/>
            <p:nvPr/>
          </p:nvSpPr>
          <p:spPr>
            <a:xfrm>
              <a:off x="266538" y="258700"/>
              <a:ext cx="8615400" cy="46173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5" name="Google Shape;55;p3"/>
          <p:cNvSpPr txBox="1">
            <a:spLocks noGrp="1"/>
          </p:cNvSpPr>
          <p:nvPr>
            <p:ph type="title"/>
          </p:nvPr>
        </p:nvSpPr>
        <p:spPr>
          <a:xfrm>
            <a:off x="724050" y="2366550"/>
            <a:ext cx="4350600" cy="14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56" name="Google Shape;56;p3"/>
          <p:cNvSpPr txBox="1">
            <a:spLocks noGrp="1"/>
          </p:cNvSpPr>
          <p:nvPr>
            <p:ph type="title" idx="2" hasCustomPrompt="1"/>
          </p:nvPr>
        </p:nvSpPr>
        <p:spPr>
          <a:xfrm>
            <a:off x="724050" y="997850"/>
            <a:ext cx="1223100" cy="1223100"/>
          </a:xfrm>
          <a:prstGeom prst="rect">
            <a:avLst/>
          </a:prstGeom>
          <a:solidFill>
            <a:schemeClr val="accent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6000" i="1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>
            <a:r>
              <a:t>xx%</a:t>
            </a:r>
          </a:p>
        </p:txBody>
      </p:sp>
      <p:sp>
        <p:nvSpPr>
          <p:cNvPr id="57" name="Google Shape;57;p3"/>
          <p:cNvSpPr txBox="1">
            <a:spLocks noGrp="1"/>
          </p:cNvSpPr>
          <p:nvPr>
            <p:ph type="subTitle" idx="1"/>
          </p:nvPr>
        </p:nvSpPr>
        <p:spPr>
          <a:xfrm>
            <a:off x="724050" y="3884700"/>
            <a:ext cx="4350600" cy="409800"/>
          </a:xfrm>
          <a:prstGeom prst="rect">
            <a:avLst/>
          </a:prstGeom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3"/>
          <p:cNvSpPr>
            <a:spLocks noGrp="1"/>
          </p:cNvSpPr>
          <p:nvPr>
            <p:ph type="pic" idx="3"/>
          </p:nvPr>
        </p:nvSpPr>
        <p:spPr>
          <a:xfrm>
            <a:off x="5505600" y="724875"/>
            <a:ext cx="3168900" cy="3846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6" name="Google Shape;316;p10"/>
          <p:cNvGrpSpPr/>
          <p:nvPr/>
        </p:nvGrpSpPr>
        <p:grpSpPr>
          <a:xfrm>
            <a:off x="266538" y="258700"/>
            <a:ext cx="8615400" cy="4618794"/>
            <a:chOff x="266538" y="258700"/>
            <a:chExt cx="8615400" cy="4618794"/>
          </a:xfrm>
        </p:grpSpPr>
        <p:sp>
          <p:nvSpPr>
            <p:cNvPr id="317" name="Google Shape;317;p10"/>
            <p:cNvSpPr/>
            <p:nvPr/>
          </p:nvSpPr>
          <p:spPr>
            <a:xfrm>
              <a:off x="266600" y="260350"/>
              <a:ext cx="8615262" cy="4617144"/>
            </a:xfrm>
            <a:custGeom>
              <a:avLst/>
              <a:gdLst/>
              <a:ahLst/>
              <a:cxnLst/>
              <a:rect l="l" t="t" r="r" b="b"/>
              <a:pathLst>
                <a:path w="75005" h="47449" extrusionOk="0">
                  <a:moveTo>
                    <a:pt x="1" y="0"/>
                  </a:moveTo>
                  <a:lnTo>
                    <a:pt x="1" y="47449"/>
                  </a:lnTo>
                  <a:lnTo>
                    <a:pt x="75004" y="47449"/>
                  </a:lnTo>
                  <a:lnTo>
                    <a:pt x="7500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10"/>
            <p:cNvSpPr/>
            <p:nvPr/>
          </p:nvSpPr>
          <p:spPr>
            <a:xfrm>
              <a:off x="266600" y="264175"/>
              <a:ext cx="8615262" cy="174525"/>
            </a:xfrm>
            <a:custGeom>
              <a:avLst/>
              <a:gdLst/>
              <a:ahLst/>
              <a:cxnLst/>
              <a:rect l="l" t="t" r="r" b="b"/>
              <a:pathLst>
                <a:path w="75005" h="1824" extrusionOk="0">
                  <a:moveTo>
                    <a:pt x="1" y="0"/>
                  </a:moveTo>
                  <a:lnTo>
                    <a:pt x="1" y="1823"/>
                  </a:lnTo>
                  <a:lnTo>
                    <a:pt x="75004" y="1823"/>
                  </a:lnTo>
                  <a:lnTo>
                    <a:pt x="7500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10"/>
            <p:cNvSpPr/>
            <p:nvPr/>
          </p:nvSpPr>
          <p:spPr>
            <a:xfrm>
              <a:off x="362380" y="315851"/>
              <a:ext cx="78460" cy="70518"/>
            </a:xfrm>
            <a:custGeom>
              <a:avLst/>
              <a:gdLst/>
              <a:ahLst/>
              <a:cxnLst/>
              <a:rect l="l" t="t" r="r" b="b"/>
              <a:pathLst>
                <a:path w="820" h="737" extrusionOk="0">
                  <a:moveTo>
                    <a:pt x="375" y="0"/>
                  </a:moveTo>
                  <a:cubicBezTo>
                    <a:pt x="167" y="0"/>
                    <a:pt x="1" y="173"/>
                    <a:pt x="11" y="382"/>
                  </a:cubicBezTo>
                  <a:cubicBezTo>
                    <a:pt x="14" y="578"/>
                    <a:pt x="183" y="737"/>
                    <a:pt x="378" y="737"/>
                  </a:cubicBezTo>
                  <a:cubicBezTo>
                    <a:pt x="384" y="737"/>
                    <a:pt x="389" y="737"/>
                    <a:pt x="395" y="736"/>
                  </a:cubicBezTo>
                  <a:cubicBezTo>
                    <a:pt x="641" y="730"/>
                    <a:pt x="820" y="481"/>
                    <a:pt x="720" y="223"/>
                  </a:cubicBezTo>
                  <a:cubicBezTo>
                    <a:pt x="664" y="87"/>
                    <a:pt x="525" y="0"/>
                    <a:pt x="37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10"/>
            <p:cNvSpPr/>
            <p:nvPr/>
          </p:nvSpPr>
          <p:spPr>
            <a:xfrm>
              <a:off x="506096" y="315851"/>
              <a:ext cx="78173" cy="70518"/>
            </a:xfrm>
            <a:custGeom>
              <a:avLst/>
              <a:gdLst/>
              <a:ahLst/>
              <a:cxnLst/>
              <a:rect l="l" t="t" r="r" b="b"/>
              <a:pathLst>
                <a:path w="817" h="737" extrusionOk="0">
                  <a:moveTo>
                    <a:pt x="372" y="0"/>
                  </a:moveTo>
                  <a:cubicBezTo>
                    <a:pt x="166" y="0"/>
                    <a:pt x="1" y="173"/>
                    <a:pt x="7" y="382"/>
                  </a:cubicBezTo>
                  <a:cubicBezTo>
                    <a:pt x="14" y="578"/>
                    <a:pt x="179" y="737"/>
                    <a:pt x="377" y="737"/>
                  </a:cubicBezTo>
                  <a:cubicBezTo>
                    <a:pt x="383" y="737"/>
                    <a:pt x="389" y="737"/>
                    <a:pt x="395" y="736"/>
                  </a:cubicBezTo>
                  <a:cubicBezTo>
                    <a:pt x="637" y="730"/>
                    <a:pt x="816" y="481"/>
                    <a:pt x="717" y="223"/>
                  </a:cubicBezTo>
                  <a:cubicBezTo>
                    <a:pt x="664" y="87"/>
                    <a:pt x="528" y="0"/>
                    <a:pt x="37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10"/>
            <p:cNvSpPr/>
            <p:nvPr/>
          </p:nvSpPr>
          <p:spPr>
            <a:xfrm>
              <a:off x="650099" y="315851"/>
              <a:ext cx="78173" cy="70518"/>
            </a:xfrm>
            <a:custGeom>
              <a:avLst/>
              <a:gdLst/>
              <a:ahLst/>
              <a:cxnLst/>
              <a:rect l="l" t="t" r="r" b="b"/>
              <a:pathLst>
                <a:path w="817" h="737" extrusionOk="0">
                  <a:moveTo>
                    <a:pt x="372" y="0"/>
                  </a:moveTo>
                  <a:cubicBezTo>
                    <a:pt x="166" y="0"/>
                    <a:pt x="1" y="173"/>
                    <a:pt x="7" y="382"/>
                  </a:cubicBezTo>
                  <a:cubicBezTo>
                    <a:pt x="10" y="578"/>
                    <a:pt x="179" y="737"/>
                    <a:pt x="374" y="737"/>
                  </a:cubicBezTo>
                  <a:cubicBezTo>
                    <a:pt x="380" y="737"/>
                    <a:pt x="386" y="737"/>
                    <a:pt x="392" y="736"/>
                  </a:cubicBezTo>
                  <a:cubicBezTo>
                    <a:pt x="637" y="730"/>
                    <a:pt x="816" y="481"/>
                    <a:pt x="717" y="223"/>
                  </a:cubicBezTo>
                  <a:cubicBezTo>
                    <a:pt x="664" y="87"/>
                    <a:pt x="521" y="0"/>
                    <a:pt x="37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10"/>
            <p:cNvSpPr/>
            <p:nvPr/>
          </p:nvSpPr>
          <p:spPr>
            <a:xfrm>
              <a:off x="266600" y="438700"/>
              <a:ext cx="8615262" cy="218072"/>
            </a:xfrm>
            <a:custGeom>
              <a:avLst/>
              <a:gdLst/>
              <a:ahLst/>
              <a:cxnLst/>
              <a:rect l="l" t="t" r="r" b="b"/>
              <a:pathLst>
                <a:path w="75005" h="4351" extrusionOk="0">
                  <a:moveTo>
                    <a:pt x="1" y="1"/>
                  </a:moveTo>
                  <a:lnTo>
                    <a:pt x="1" y="4350"/>
                  </a:lnTo>
                  <a:lnTo>
                    <a:pt x="75004" y="4350"/>
                  </a:lnTo>
                  <a:lnTo>
                    <a:pt x="7500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23" name="Google Shape;323;p10"/>
            <p:cNvGrpSpPr/>
            <p:nvPr/>
          </p:nvGrpSpPr>
          <p:grpSpPr>
            <a:xfrm>
              <a:off x="6848403" y="458556"/>
              <a:ext cx="2010204" cy="178352"/>
              <a:chOff x="4905603" y="626944"/>
              <a:chExt cx="2010204" cy="178352"/>
            </a:xfrm>
          </p:grpSpPr>
          <p:sp>
            <p:nvSpPr>
              <p:cNvPr id="324" name="Google Shape;324;p10"/>
              <p:cNvSpPr/>
              <p:nvPr/>
            </p:nvSpPr>
            <p:spPr>
              <a:xfrm>
                <a:off x="4905603" y="626944"/>
                <a:ext cx="2010194" cy="178352"/>
              </a:xfrm>
              <a:custGeom>
                <a:avLst/>
                <a:gdLst/>
                <a:ahLst/>
                <a:cxnLst/>
                <a:rect l="l" t="t" r="r" b="b"/>
                <a:pathLst>
                  <a:path w="21009" h="1864" extrusionOk="0">
                    <a:moveTo>
                      <a:pt x="1" y="1"/>
                    </a:moveTo>
                    <a:lnTo>
                      <a:pt x="1" y="1864"/>
                    </a:lnTo>
                    <a:lnTo>
                      <a:pt x="21008" y="1864"/>
                    </a:lnTo>
                    <a:lnTo>
                      <a:pt x="21008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" name="Google Shape;325;p10"/>
              <p:cNvSpPr/>
              <p:nvPr/>
            </p:nvSpPr>
            <p:spPr>
              <a:xfrm>
                <a:off x="6737456" y="626944"/>
                <a:ext cx="178352" cy="178352"/>
              </a:xfrm>
              <a:custGeom>
                <a:avLst/>
                <a:gdLst/>
                <a:ahLst/>
                <a:cxnLst/>
                <a:rect l="l" t="t" r="r" b="b"/>
                <a:pathLst>
                  <a:path w="1864" h="1864" extrusionOk="0">
                    <a:moveTo>
                      <a:pt x="0" y="1"/>
                    </a:moveTo>
                    <a:lnTo>
                      <a:pt x="0" y="1864"/>
                    </a:lnTo>
                    <a:lnTo>
                      <a:pt x="1863" y="1864"/>
                    </a:lnTo>
                    <a:lnTo>
                      <a:pt x="186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" name="Google Shape;326;p10"/>
              <p:cNvSpPr/>
              <p:nvPr/>
            </p:nvSpPr>
            <p:spPr>
              <a:xfrm>
                <a:off x="6824336" y="711623"/>
                <a:ext cx="57505" cy="68030"/>
              </a:xfrm>
              <a:custGeom>
                <a:avLst/>
                <a:gdLst/>
                <a:ahLst/>
                <a:cxnLst/>
                <a:rect l="l" t="t" r="r" b="b"/>
                <a:pathLst>
                  <a:path w="601" h="711" extrusionOk="0">
                    <a:moveTo>
                      <a:pt x="153" y="1"/>
                    </a:moveTo>
                    <a:cubicBezTo>
                      <a:pt x="137" y="47"/>
                      <a:pt x="103" y="90"/>
                      <a:pt x="67" y="117"/>
                    </a:cubicBezTo>
                    <a:cubicBezTo>
                      <a:pt x="44" y="130"/>
                      <a:pt x="24" y="147"/>
                      <a:pt x="1" y="157"/>
                    </a:cubicBezTo>
                    <a:lnTo>
                      <a:pt x="117" y="306"/>
                    </a:lnTo>
                    <a:lnTo>
                      <a:pt x="432" y="710"/>
                    </a:lnTo>
                    <a:lnTo>
                      <a:pt x="601" y="581"/>
                    </a:lnTo>
                    <a:lnTo>
                      <a:pt x="276" y="163"/>
                    </a:lnTo>
                    <a:lnTo>
                      <a:pt x="153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" name="Google Shape;327;p10"/>
              <p:cNvSpPr/>
              <p:nvPr/>
            </p:nvSpPr>
            <p:spPr>
              <a:xfrm>
                <a:off x="6764056" y="655649"/>
                <a:ext cx="97788" cy="89176"/>
              </a:xfrm>
              <a:custGeom>
                <a:avLst/>
                <a:gdLst/>
                <a:ahLst/>
                <a:cxnLst/>
                <a:rect l="l" t="t" r="r" b="b"/>
                <a:pathLst>
                  <a:path w="1022" h="932" extrusionOk="0">
                    <a:moveTo>
                      <a:pt x="527" y="192"/>
                    </a:moveTo>
                    <a:cubicBezTo>
                      <a:pt x="611" y="192"/>
                      <a:pt x="693" y="231"/>
                      <a:pt x="747" y="301"/>
                    </a:cubicBezTo>
                    <a:cubicBezTo>
                      <a:pt x="806" y="380"/>
                      <a:pt x="820" y="483"/>
                      <a:pt x="780" y="576"/>
                    </a:cubicBezTo>
                    <a:cubicBezTo>
                      <a:pt x="763" y="629"/>
                      <a:pt x="733" y="665"/>
                      <a:pt x="697" y="695"/>
                    </a:cubicBezTo>
                    <a:cubicBezTo>
                      <a:pt x="674" y="712"/>
                      <a:pt x="654" y="725"/>
                      <a:pt x="631" y="732"/>
                    </a:cubicBezTo>
                    <a:cubicBezTo>
                      <a:pt x="597" y="745"/>
                      <a:pt x="562" y="752"/>
                      <a:pt x="527" y="752"/>
                    </a:cubicBezTo>
                    <a:cubicBezTo>
                      <a:pt x="400" y="752"/>
                      <a:pt x="281" y="665"/>
                      <a:pt x="253" y="530"/>
                    </a:cubicBezTo>
                    <a:cubicBezTo>
                      <a:pt x="226" y="420"/>
                      <a:pt x="273" y="304"/>
                      <a:pt x="365" y="244"/>
                    </a:cubicBezTo>
                    <a:cubicBezTo>
                      <a:pt x="415" y="209"/>
                      <a:pt x="472" y="192"/>
                      <a:pt x="527" y="192"/>
                    </a:cubicBezTo>
                    <a:close/>
                    <a:moveTo>
                      <a:pt x="526" y="0"/>
                    </a:moveTo>
                    <a:cubicBezTo>
                      <a:pt x="428" y="0"/>
                      <a:pt x="329" y="31"/>
                      <a:pt x="243" y="95"/>
                    </a:cubicBezTo>
                    <a:cubicBezTo>
                      <a:pt x="37" y="251"/>
                      <a:pt x="1" y="543"/>
                      <a:pt x="153" y="748"/>
                    </a:cubicBezTo>
                    <a:cubicBezTo>
                      <a:pt x="244" y="868"/>
                      <a:pt x="383" y="932"/>
                      <a:pt x="525" y="932"/>
                    </a:cubicBezTo>
                    <a:cubicBezTo>
                      <a:pt x="600" y="932"/>
                      <a:pt x="676" y="914"/>
                      <a:pt x="747" y="878"/>
                    </a:cubicBezTo>
                    <a:cubicBezTo>
                      <a:pt x="767" y="864"/>
                      <a:pt x="790" y="851"/>
                      <a:pt x="806" y="835"/>
                    </a:cubicBezTo>
                    <a:cubicBezTo>
                      <a:pt x="846" y="805"/>
                      <a:pt x="879" y="775"/>
                      <a:pt x="906" y="735"/>
                    </a:cubicBezTo>
                    <a:cubicBezTo>
                      <a:pt x="1022" y="569"/>
                      <a:pt x="1018" y="347"/>
                      <a:pt x="899" y="185"/>
                    </a:cubicBezTo>
                    <a:cubicBezTo>
                      <a:pt x="805" y="64"/>
                      <a:pt x="667" y="0"/>
                      <a:pt x="52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" name="Google Shape;328;p10"/>
              <p:cNvSpPr/>
              <p:nvPr/>
            </p:nvSpPr>
            <p:spPr>
              <a:xfrm>
                <a:off x="4945312" y="662538"/>
                <a:ext cx="7942" cy="107260"/>
              </a:xfrm>
              <a:custGeom>
                <a:avLst/>
                <a:gdLst/>
                <a:ahLst/>
                <a:cxnLst/>
                <a:rect l="l" t="t" r="r" b="b"/>
                <a:pathLst>
                  <a:path w="83" h="1121" extrusionOk="0">
                    <a:moveTo>
                      <a:pt x="0" y="0"/>
                    </a:moveTo>
                    <a:lnTo>
                      <a:pt x="0" y="1121"/>
                    </a:lnTo>
                    <a:lnTo>
                      <a:pt x="83" y="1121"/>
                    </a:lnTo>
                    <a:lnTo>
                      <a:pt x="8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29" name="Google Shape;329;p10"/>
            <p:cNvSpPr/>
            <p:nvPr/>
          </p:nvSpPr>
          <p:spPr>
            <a:xfrm>
              <a:off x="8754900" y="656750"/>
              <a:ext cx="126951" cy="4038639"/>
            </a:xfrm>
            <a:custGeom>
              <a:avLst/>
              <a:gdLst/>
              <a:ahLst/>
              <a:cxnLst/>
              <a:rect l="l" t="t" r="r" b="b"/>
              <a:pathLst>
                <a:path w="1327" h="41316" extrusionOk="0">
                  <a:moveTo>
                    <a:pt x="0" y="0"/>
                  </a:moveTo>
                  <a:lnTo>
                    <a:pt x="0" y="41316"/>
                  </a:lnTo>
                  <a:lnTo>
                    <a:pt x="1326" y="41316"/>
                  </a:lnTo>
                  <a:lnTo>
                    <a:pt x="132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10"/>
            <p:cNvSpPr/>
            <p:nvPr/>
          </p:nvSpPr>
          <p:spPr>
            <a:xfrm>
              <a:off x="8782445" y="683356"/>
              <a:ext cx="67648" cy="1490638"/>
            </a:xfrm>
            <a:custGeom>
              <a:avLst/>
              <a:gdLst/>
              <a:ahLst/>
              <a:cxnLst/>
              <a:rect l="l" t="t" r="r" b="b"/>
              <a:pathLst>
                <a:path w="707" h="15579" extrusionOk="0">
                  <a:moveTo>
                    <a:pt x="355" y="0"/>
                  </a:moveTo>
                  <a:cubicBezTo>
                    <a:pt x="160" y="0"/>
                    <a:pt x="1" y="153"/>
                    <a:pt x="1" y="345"/>
                  </a:cubicBezTo>
                  <a:lnTo>
                    <a:pt x="1" y="15233"/>
                  </a:lnTo>
                  <a:cubicBezTo>
                    <a:pt x="1" y="15426"/>
                    <a:pt x="160" y="15578"/>
                    <a:pt x="355" y="15578"/>
                  </a:cubicBezTo>
                  <a:cubicBezTo>
                    <a:pt x="548" y="15578"/>
                    <a:pt x="707" y="15426"/>
                    <a:pt x="707" y="15233"/>
                  </a:cubicBezTo>
                  <a:lnTo>
                    <a:pt x="707" y="345"/>
                  </a:lnTo>
                  <a:cubicBezTo>
                    <a:pt x="707" y="153"/>
                    <a:pt x="548" y="0"/>
                    <a:pt x="35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10"/>
            <p:cNvSpPr/>
            <p:nvPr/>
          </p:nvSpPr>
          <p:spPr>
            <a:xfrm>
              <a:off x="266600" y="4659400"/>
              <a:ext cx="8615285" cy="218077"/>
            </a:xfrm>
            <a:custGeom>
              <a:avLst/>
              <a:gdLst/>
              <a:ahLst/>
              <a:cxnLst/>
              <a:rect l="l" t="t" r="r" b="b"/>
              <a:pathLst>
                <a:path w="73679" h="5845" extrusionOk="0">
                  <a:moveTo>
                    <a:pt x="1" y="0"/>
                  </a:moveTo>
                  <a:lnTo>
                    <a:pt x="1" y="5845"/>
                  </a:lnTo>
                  <a:lnTo>
                    <a:pt x="73678" y="5845"/>
                  </a:lnTo>
                  <a:lnTo>
                    <a:pt x="7367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10"/>
            <p:cNvSpPr/>
            <p:nvPr/>
          </p:nvSpPr>
          <p:spPr>
            <a:xfrm>
              <a:off x="8754902" y="4715245"/>
              <a:ext cx="50949" cy="104677"/>
            </a:xfrm>
            <a:custGeom>
              <a:avLst/>
              <a:gdLst/>
              <a:ahLst/>
              <a:cxnLst/>
              <a:rect l="l" t="t" r="r" b="b"/>
              <a:pathLst>
                <a:path w="869" h="1785" extrusionOk="0">
                  <a:moveTo>
                    <a:pt x="0" y="1"/>
                  </a:moveTo>
                  <a:lnTo>
                    <a:pt x="0" y="1784"/>
                  </a:lnTo>
                  <a:lnTo>
                    <a:pt x="869" y="95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10"/>
            <p:cNvSpPr/>
            <p:nvPr/>
          </p:nvSpPr>
          <p:spPr>
            <a:xfrm>
              <a:off x="317430" y="488803"/>
              <a:ext cx="142854" cy="23921"/>
            </a:xfrm>
            <a:custGeom>
              <a:avLst/>
              <a:gdLst/>
              <a:ahLst/>
              <a:cxnLst/>
              <a:rect l="l" t="t" r="r" b="b"/>
              <a:pathLst>
                <a:path w="1493" h="250" extrusionOk="0">
                  <a:moveTo>
                    <a:pt x="1" y="0"/>
                  </a:moveTo>
                  <a:lnTo>
                    <a:pt x="1" y="249"/>
                  </a:lnTo>
                  <a:lnTo>
                    <a:pt x="1492" y="249"/>
                  </a:lnTo>
                  <a:lnTo>
                    <a:pt x="149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10"/>
            <p:cNvSpPr/>
            <p:nvPr/>
          </p:nvSpPr>
          <p:spPr>
            <a:xfrm>
              <a:off x="317430" y="591567"/>
              <a:ext cx="142854" cy="23921"/>
            </a:xfrm>
            <a:custGeom>
              <a:avLst/>
              <a:gdLst/>
              <a:ahLst/>
              <a:cxnLst/>
              <a:rect l="l" t="t" r="r" b="b"/>
              <a:pathLst>
                <a:path w="1493" h="250" extrusionOk="0">
                  <a:moveTo>
                    <a:pt x="1" y="1"/>
                  </a:moveTo>
                  <a:lnTo>
                    <a:pt x="1" y="250"/>
                  </a:lnTo>
                  <a:lnTo>
                    <a:pt x="1492" y="250"/>
                  </a:lnTo>
                  <a:lnTo>
                    <a:pt x="149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10"/>
            <p:cNvSpPr/>
            <p:nvPr/>
          </p:nvSpPr>
          <p:spPr>
            <a:xfrm>
              <a:off x="317430" y="540185"/>
              <a:ext cx="142854" cy="23921"/>
            </a:xfrm>
            <a:custGeom>
              <a:avLst/>
              <a:gdLst/>
              <a:ahLst/>
              <a:cxnLst/>
              <a:rect l="l" t="t" r="r" b="b"/>
              <a:pathLst>
                <a:path w="1493" h="250" extrusionOk="0">
                  <a:moveTo>
                    <a:pt x="1" y="1"/>
                  </a:moveTo>
                  <a:lnTo>
                    <a:pt x="1" y="249"/>
                  </a:lnTo>
                  <a:lnTo>
                    <a:pt x="1492" y="249"/>
                  </a:lnTo>
                  <a:lnTo>
                    <a:pt x="149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10"/>
            <p:cNvSpPr/>
            <p:nvPr/>
          </p:nvSpPr>
          <p:spPr>
            <a:xfrm rot="10800000">
              <a:off x="317427" y="4715245"/>
              <a:ext cx="50949" cy="104677"/>
            </a:xfrm>
            <a:custGeom>
              <a:avLst/>
              <a:gdLst/>
              <a:ahLst/>
              <a:cxnLst/>
              <a:rect l="l" t="t" r="r" b="b"/>
              <a:pathLst>
                <a:path w="869" h="1785" extrusionOk="0">
                  <a:moveTo>
                    <a:pt x="0" y="1"/>
                  </a:moveTo>
                  <a:lnTo>
                    <a:pt x="0" y="1784"/>
                  </a:lnTo>
                  <a:lnTo>
                    <a:pt x="869" y="95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10"/>
            <p:cNvSpPr/>
            <p:nvPr/>
          </p:nvSpPr>
          <p:spPr>
            <a:xfrm>
              <a:off x="266538" y="258700"/>
              <a:ext cx="8615400" cy="46173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38" name="Google Shape;338;p10"/>
          <p:cNvSpPr txBox="1">
            <a:spLocks noGrp="1"/>
          </p:cNvSpPr>
          <p:nvPr>
            <p:ph type="body" idx="1"/>
          </p:nvPr>
        </p:nvSpPr>
        <p:spPr>
          <a:xfrm>
            <a:off x="720000" y="2269200"/>
            <a:ext cx="7704000" cy="605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 Black"/>
              <a:buNone/>
              <a:defRPr sz="4000">
                <a:latin typeface="Figtree Black"/>
                <a:ea typeface="Figtree Black"/>
                <a:cs typeface="Figtree Black"/>
                <a:sym typeface="Figtree Black"/>
              </a:defRPr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10">
    <p:spTree>
      <p:nvGrpSpPr>
        <p:cNvPr id="1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9" name="Google Shape;729;p23"/>
          <p:cNvGrpSpPr/>
          <p:nvPr/>
        </p:nvGrpSpPr>
        <p:grpSpPr>
          <a:xfrm>
            <a:off x="262200" y="262350"/>
            <a:ext cx="8617488" cy="4618794"/>
            <a:chOff x="266600" y="258700"/>
            <a:chExt cx="8617488" cy="4618794"/>
          </a:xfrm>
        </p:grpSpPr>
        <p:sp>
          <p:nvSpPr>
            <p:cNvPr id="730" name="Google Shape;730;p23"/>
            <p:cNvSpPr/>
            <p:nvPr/>
          </p:nvSpPr>
          <p:spPr>
            <a:xfrm>
              <a:off x="266600" y="260350"/>
              <a:ext cx="8615262" cy="4617144"/>
            </a:xfrm>
            <a:custGeom>
              <a:avLst/>
              <a:gdLst/>
              <a:ahLst/>
              <a:cxnLst/>
              <a:rect l="l" t="t" r="r" b="b"/>
              <a:pathLst>
                <a:path w="75005" h="47449" extrusionOk="0">
                  <a:moveTo>
                    <a:pt x="1" y="0"/>
                  </a:moveTo>
                  <a:lnTo>
                    <a:pt x="1" y="47449"/>
                  </a:lnTo>
                  <a:lnTo>
                    <a:pt x="75004" y="47449"/>
                  </a:lnTo>
                  <a:lnTo>
                    <a:pt x="7500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23"/>
            <p:cNvSpPr/>
            <p:nvPr/>
          </p:nvSpPr>
          <p:spPr>
            <a:xfrm>
              <a:off x="266600" y="264175"/>
              <a:ext cx="8615262" cy="174525"/>
            </a:xfrm>
            <a:custGeom>
              <a:avLst/>
              <a:gdLst/>
              <a:ahLst/>
              <a:cxnLst/>
              <a:rect l="l" t="t" r="r" b="b"/>
              <a:pathLst>
                <a:path w="75005" h="1824" extrusionOk="0">
                  <a:moveTo>
                    <a:pt x="1" y="0"/>
                  </a:moveTo>
                  <a:lnTo>
                    <a:pt x="1" y="1823"/>
                  </a:lnTo>
                  <a:lnTo>
                    <a:pt x="75004" y="1823"/>
                  </a:lnTo>
                  <a:lnTo>
                    <a:pt x="7500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23"/>
            <p:cNvSpPr/>
            <p:nvPr/>
          </p:nvSpPr>
          <p:spPr>
            <a:xfrm>
              <a:off x="362380" y="315851"/>
              <a:ext cx="78460" cy="70518"/>
            </a:xfrm>
            <a:custGeom>
              <a:avLst/>
              <a:gdLst/>
              <a:ahLst/>
              <a:cxnLst/>
              <a:rect l="l" t="t" r="r" b="b"/>
              <a:pathLst>
                <a:path w="820" h="737" extrusionOk="0">
                  <a:moveTo>
                    <a:pt x="375" y="0"/>
                  </a:moveTo>
                  <a:cubicBezTo>
                    <a:pt x="167" y="0"/>
                    <a:pt x="1" y="173"/>
                    <a:pt x="11" y="382"/>
                  </a:cubicBezTo>
                  <a:cubicBezTo>
                    <a:pt x="14" y="578"/>
                    <a:pt x="183" y="737"/>
                    <a:pt x="378" y="737"/>
                  </a:cubicBezTo>
                  <a:cubicBezTo>
                    <a:pt x="384" y="737"/>
                    <a:pt x="389" y="737"/>
                    <a:pt x="395" y="736"/>
                  </a:cubicBezTo>
                  <a:cubicBezTo>
                    <a:pt x="641" y="730"/>
                    <a:pt x="820" y="481"/>
                    <a:pt x="720" y="223"/>
                  </a:cubicBezTo>
                  <a:cubicBezTo>
                    <a:pt x="664" y="87"/>
                    <a:pt x="525" y="0"/>
                    <a:pt x="37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23"/>
            <p:cNvSpPr/>
            <p:nvPr/>
          </p:nvSpPr>
          <p:spPr>
            <a:xfrm>
              <a:off x="506096" y="315851"/>
              <a:ext cx="78173" cy="70518"/>
            </a:xfrm>
            <a:custGeom>
              <a:avLst/>
              <a:gdLst/>
              <a:ahLst/>
              <a:cxnLst/>
              <a:rect l="l" t="t" r="r" b="b"/>
              <a:pathLst>
                <a:path w="817" h="737" extrusionOk="0">
                  <a:moveTo>
                    <a:pt x="372" y="0"/>
                  </a:moveTo>
                  <a:cubicBezTo>
                    <a:pt x="166" y="0"/>
                    <a:pt x="1" y="173"/>
                    <a:pt x="7" y="382"/>
                  </a:cubicBezTo>
                  <a:cubicBezTo>
                    <a:pt x="14" y="578"/>
                    <a:pt x="179" y="737"/>
                    <a:pt x="377" y="737"/>
                  </a:cubicBezTo>
                  <a:cubicBezTo>
                    <a:pt x="383" y="737"/>
                    <a:pt x="389" y="737"/>
                    <a:pt x="395" y="736"/>
                  </a:cubicBezTo>
                  <a:cubicBezTo>
                    <a:pt x="637" y="730"/>
                    <a:pt x="816" y="481"/>
                    <a:pt x="717" y="223"/>
                  </a:cubicBezTo>
                  <a:cubicBezTo>
                    <a:pt x="664" y="87"/>
                    <a:pt x="528" y="0"/>
                    <a:pt x="37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23"/>
            <p:cNvSpPr/>
            <p:nvPr/>
          </p:nvSpPr>
          <p:spPr>
            <a:xfrm>
              <a:off x="650099" y="315851"/>
              <a:ext cx="78173" cy="70518"/>
            </a:xfrm>
            <a:custGeom>
              <a:avLst/>
              <a:gdLst/>
              <a:ahLst/>
              <a:cxnLst/>
              <a:rect l="l" t="t" r="r" b="b"/>
              <a:pathLst>
                <a:path w="817" h="737" extrusionOk="0">
                  <a:moveTo>
                    <a:pt x="372" y="0"/>
                  </a:moveTo>
                  <a:cubicBezTo>
                    <a:pt x="166" y="0"/>
                    <a:pt x="1" y="173"/>
                    <a:pt x="7" y="382"/>
                  </a:cubicBezTo>
                  <a:cubicBezTo>
                    <a:pt x="10" y="578"/>
                    <a:pt x="179" y="737"/>
                    <a:pt x="374" y="737"/>
                  </a:cubicBezTo>
                  <a:cubicBezTo>
                    <a:pt x="380" y="737"/>
                    <a:pt x="386" y="737"/>
                    <a:pt x="392" y="736"/>
                  </a:cubicBezTo>
                  <a:cubicBezTo>
                    <a:pt x="637" y="730"/>
                    <a:pt x="816" y="481"/>
                    <a:pt x="717" y="223"/>
                  </a:cubicBezTo>
                  <a:cubicBezTo>
                    <a:pt x="664" y="87"/>
                    <a:pt x="521" y="0"/>
                    <a:pt x="37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23"/>
            <p:cNvSpPr/>
            <p:nvPr/>
          </p:nvSpPr>
          <p:spPr>
            <a:xfrm>
              <a:off x="266600" y="438700"/>
              <a:ext cx="8615262" cy="70530"/>
            </a:xfrm>
            <a:custGeom>
              <a:avLst/>
              <a:gdLst/>
              <a:ahLst/>
              <a:cxnLst/>
              <a:rect l="l" t="t" r="r" b="b"/>
              <a:pathLst>
                <a:path w="75005" h="4351" extrusionOk="0">
                  <a:moveTo>
                    <a:pt x="1" y="1"/>
                  </a:moveTo>
                  <a:lnTo>
                    <a:pt x="1" y="4350"/>
                  </a:lnTo>
                  <a:lnTo>
                    <a:pt x="75004" y="4350"/>
                  </a:lnTo>
                  <a:lnTo>
                    <a:pt x="7500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23"/>
            <p:cNvSpPr/>
            <p:nvPr/>
          </p:nvSpPr>
          <p:spPr>
            <a:xfrm>
              <a:off x="8754900" y="438701"/>
              <a:ext cx="126951" cy="4256684"/>
            </a:xfrm>
            <a:custGeom>
              <a:avLst/>
              <a:gdLst/>
              <a:ahLst/>
              <a:cxnLst/>
              <a:rect l="l" t="t" r="r" b="b"/>
              <a:pathLst>
                <a:path w="1327" h="41316" extrusionOk="0">
                  <a:moveTo>
                    <a:pt x="0" y="0"/>
                  </a:moveTo>
                  <a:lnTo>
                    <a:pt x="0" y="41316"/>
                  </a:lnTo>
                  <a:lnTo>
                    <a:pt x="1326" y="41316"/>
                  </a:lnTo>
                  <a:lnTo>
                    <a:pt x="132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23"/>
            <p:cNvSpPr/>
            <p:nvPr/>
          </p:nvSpPr>
          <p:spPr>
            <a:xfrm>
              <a:off x="8786145" y="463831"/>
              <a:ext cx="67648" cy="1490638"/>
            </a:xfrm>
            <a:custGeom>
              <a:avLst/>
              <a:gdLst/>
              <a:ahLst/>
              <a:cxnLst/>
              <a:rect l="l" t="t" r="r" b="b"/>
              <a:pathLst>
                <a:path w="707" h="15579" extrusionOk="0">
                  <a:moveTo>
                    <a:pt x="355" y="0"/>
                  </a:moveTo>
                  <a:cubicBezTo>
                    <a:pt x="160" y="0"/>
                    <a:pt x="1" y="153"/>
                    <a:pt x="1" y="345"/>
                  </a:cubicBezTo>
                  <a:lnTo>
                    <a:pt x="1" y="15233"/>
                  </a:lnTo>
                  <a:cubicBezTo>
                    <a:pt x="1" y="15426"/>
                    <a:pt x="160" y="15578"/>
                    <a:pt x="355" y="15578"/>
                  </a:cubicBezTo>
                  <a:cubicBezTo>
                    <a:pt x="548" y="15578"/>
                    <a:pt x="707" y="15426"/>
                    <a:pt x="707" y="15233"/>
                  </a:cubicBezTo>
                  <a:lnTo>
                    <a:pt x="707" y="345"/>
                  </a:lnTo>
                  <a:cubicBezTo>
                    <a:pt x="707" y="153"/>
                    <a:pt x="548" y="0"/>
                    <a:pt x="35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23"/>
            <p:cNvSpPr/>
            <p:nvPr/>
          </p:nvSpPr>
          <p:spPr>
            <a:xfrm>
              <a:off x="266600" y="4659400"/>
              <a:ext cx="8615285" cy="218077"/>
            </a:xfrm>
            <a:custGeom>
              <a:avLst/>
              <a:gdLst/>
              <a:ahLst/>
              <a:cxnLst/>
              <a:rect l="l" t="t" r="r" b="b"/>
              <a:pathLst>
                <a:path w="73679" h="5845" extrusionOk="0">
                  <a:moveTo>
                    <a:pt x="1" y="0"/>
                  </a:moveTo>
                  <a:lnTo>
                    <a:pt x="1" y="5845"/>
                  </a:lnTo>
                  <a:lnTo>
                    <a:pt x="73678" y="5845"/>
                  </a:lnTo>
                  <a:lnTo>
                    <a:pt x="7367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23"/>
            <p:cNvSpPr/>
            <p:nvPr/>
          </p:nvSpPr>
          <p:spPr>
            <a:xfrm>
              <a:off x="8754902" y="4715245"/>
              <a:ext cx="50949" cy="104677"/>
            </a:xfrm>
            <a:custGeom>
              <a:avLst/>
              <a:gdLst/>
              <a:ahLst/>
              <a:cxnLst/>
              <a:rect l="l" t="t" r="r" b="b"/>
              <a:pathLst>
                <a:path w="869" h="1785" extrusionOk="0">
                  <a:moveTo>
                    <a:pt x="0" y="1"/>
                  </a:moveTo>
                  <a:lnTo>
                    <a:pt x="0" y="1784"/>
                  </a:lnTo>
                  <a:lnTo>
                    <a:pt x="869" y="95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740;p23"/>
            <p:cNvSpPr/>
            <p:nvPr/>
          </p:nvSpPr>
          <p:spPr>
            <a:xfrm rot="10800000">
              <a:off x="317427" y="4715245"/>
              <a:ext cx="50949" cy="104677"/>
            </a:xfrm>
            <a:custGeom>
              <a:avLst/>
              <a:gdLst/>
              <a:ahLst/>
              <a:cxnLst/>
              <a:rect l="l" t="t" r="r" b="b"/>
              <a:pathLst>
                <a:path w="869" h="1785" extrusionOk="0">
                  <a:moveTo>
                    <a:pt x="0" y="1"/>
                  </a:moveTo>
                  <a:lnTo>
                    <a:pt x="0" y="1784"/>
                  </a:lnTo>
                  <a:lnTo>
                    <a:pt x="869" y="95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741;p23"/>
            <p:cNvSpPr/>
            <p:nvPr/>
          </p:nvSpPr>
          <p:spPr>
            <a:xfrm>
              <a:off x="268688" y="258700"/>
              <a:ext cx="8615400" cy="46173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42" name="Google Shape;742;p23"/>
          <p:cNvGrpSpPr/>
          <p:nvPr/>
        </p:nvGrpSpPr>
        <p:grpSpPr>
          <a:xfrm>
            <a:off x="8189288" y="3004336"/>
            <a:ext cx="1189502" cy="2244987"/>
            <a:chOff x="3909834" y="3583857"/>
            <a:chExt cx="650677" cy="1228044"/>
          </a:xfrm>
        </p:grpSpPr>
        <p:sp>
          <p:nvSpPr>
            <p:cNvPr id="743" name="Google Shape;743;p23"/>
            <p:cNvSpPr/>
            <p:nvPr/>
          </p:nvSpPr>
          <p:spPr>
            <a:xfrm>
              <a:off x="4253350" y="3901705"/>
              <a:ext cx="307160" cy="575646"/>
            </a:xfrm>
            <a:custGeom>
              <a:avLst/>
              <a:gdLst/>
              <a:ahLst/>
              <a:cxnLst/>
              <a:rect l="l" t="t" r="r" b="b"/>
              <a:pathLst>
                <a:path w="2501" h="4687" extrusionOk="0">
                  <a:moveTo>
                    <a:pt x="2346" y="1"/>
                  </a:moveTo>
                  <a:cubicBezTo>
                    <a:pt x="2332" y="1"/>
                    <a:pt x="2318" y="6"/>
                    <a:pt x="2309" y="16"/>
                  </a:cubicBezTo>
                  <a:cubicBezTo>
                    <a:pt x="1302" y="1374"/>
                    <a:pt x="255" y="2956"/>
                    <a:pt x="0" y="4661"/>
                  </a:cubicBezTo>
                  <a:cubicBezTo>
                    <a:pt x="0" y="4676"/>
                    <a:pt x="15" y="4687"/>
                    <a:pt x="27" y="4687"/>
                  </a:cubicBezTo>
                  <a:cubicBezTo>
                    <a:pt x="35" y="4687"/>
                    <a:pt x="43" y="4682"/>
                    <a:pt x="44" y="4671"/>
                  </a:cubicBezTo>
                  <a:cubicBezTo>
                    <a:pt x="157" y="4205"/>
                    <a:pt x="308" y="3749"/>
                    <a:pt x="488" y="3306"/>
                  </a:cubicBezTo>
                  <a:cubicBezTo>
                    <a:pt x="1148" y="3126"/>
                    <a:pt x="1796" y="2975"/>
                    <a:pt x="2142" y="2318"/>
                  </a:cubicBezTo>
                  <a:cubicBezTo>
                    <a:pt x="2501" y="1645"/>
                    <a:pt x="2453" y="767"/>
                    <a:pt x="2387" y="31"/>
                  </a:cubicBezTo>
                  <a:cubicBezTo>
                    <a:pt x="2382" y="10"/>
                    <a:pt x="2364" y="1"/>
                    <a:pt x="234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744;p23"/>
            <p:cNvSpPr/>
            <p:nvPr/>
          </p:nvSpPr>
          <p:spPr>
            <a:xfrm>
              <a:off x="4224734" y="3583857"/>
              <a:ext cx="215540" cy="861565"/>
            </a:xfrm>
            <a:custGeom>
              <a:avLst/>
              <a:gdLst/>
              <a:ahLst/>
              <a:cxnLst/>
              <a:rect l="l" t="t" r="r" b="b"/>
              <a:pathLst>
                <a:path w="1755" h="7015" extrusionOk="0">
                  <a:moveTo>
                    <a:pt x="1288" y="1"/>
                  </a:moveTo>
                  <a:cubicBezTo>
                    <a:pt x="1283" y="1"/>
                    <a:pt x="1279" y="1"/>
                    <a:pt x="1274" y="3"/>
                  </a:cubicBezTo>
                  <a:cubicBezTo>
                    <a:pt x="1142" y="37"/>
                    <a:pt x="717" y="1018"/>
                    <a:pt x="607" y="1346"/>
                  </a:cubicBezTo>
                  <a:cubicBezTo>
                    <a:pt x="422" y="1880"/>
                    <a:pt x="287" y="2431"/>
                    <a:pt x="205" y="2994"/>
                  </a:cubicBezTo>
                  <a:cubicBezTo>
                    <a:pt x="0" y="4312"/>
                    <a:pt x="16" y="5667"/>
                    <a:pt x="120" y="7001"/>
                  </a:cubicBezTo>
                  <a:cubicBezTo>
                    <a:pt x="120" y="7010"/>
                    <a:pt x="128" y="7015"/>
                    <a:pt x="137" y="7015"/>
                  </a:cubicBezTo>
                  <a:cubicBezTo>
                    <a:pt x="146" y="7015"/>
                    <a:pt x="154" y="7010"/>
                    <a:pt x="154" y="7001"/>
                  </a:cubicBezTo>
                  <a:cubicBezTo>
                    <a:pt x="158" y="6438"/>
                    <a:pt x="154" y="5872"/>
                    <a:pt x="161" y="5309"/>
                  </a:cubicBezTo>
                  <a:cubicBezTo>
                    <a:pt x="309" y="5019"/>
                    <a:pt x="614" y="4862"/>
                    <a:pt x="831" y="4626"/>
                  </a:cubicBezTo>
                  <a:cubicBezTo>
                    <a:pt x="985" y="4456"/>
                    <a:pt x="1120" y="4267"/>
                    <a:pt x="1230" y="4066"/>
                  </a:cubicBezTo>
                  <a:cubicBezTo>
                    <a:pt x="1491" y="3588"/>
                    <a:pt x="1648" y="3060"/>
                    <a:pt x="1696" y="2519"/>
                  </a:cubicBezTo>
                  <a:cubicBezTo>
                    <a:pt x="1754" y="1926"/>
                    <a:pt x="1534" y="1"/>
                    <a:pt x="128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23"/>
            <p:cNvSpPr/>
            <p:nvPr/>
          </p:nvSpPr>
          <p:spPr>
            <a:xfrm>
              <a:off x="3909834" y="3985220"/>
              <a:ext cx="293037" cy="437967"/>
            </a:xfrm>
            <a:custGeom>
              <a:avLst/>
              <a:gdLst/>
              <a:ahLst/>
              <a:cxnLst/>
              <a:rect l="l" t="t" r="r" b="b"/>
              <a:pathLst>
                <a:path w="2386" h="3566" extrusionOk="0">
                  <a:moveTo>
                    <a:pt x="57" y="0"/>
                  </a:moveTo>
                  <a:cubicBezTo>
                    <a:pt x="38" y="0"/>
                    <a:pt x="21" y="9"/>
                    <a:pt x="10" y="28"/>
                  </a:cubicBezTo>
                  <a:cubicBezTo>
                    <a:pt x="7" y="40"/>
                    <a:pt x="1" y="53"/>
                    <a:pt x="1" y="65"/>
                  </a:cubicBezTo>
                  <a:cubicBezTo>
                    <a:pt x="80" y="685"/>
                    <a:pt x="331" y="1270"/>
                    <a:pt x="721" y="1757"/>
                  </a:cubicBezTo>
                  <a:cubicBezTo>
                    <a:pt x="882" y="1949"/>
                    <a:pt x="1083" y="2103"/>
                    <a:pt x="1306" y="2214"/>
                  </a:cubicBezTo>
                  <a:cubicBezTo>
                    <a:pt x="1558" y="2339"/>
                    <a:pt x="1825" y="2481"/>
                    <a:pt x="2086" y="2588"/>
                  </a:cubicBezTo>
                  <a:cubicBezTo>
                    <a:pt x="2212" y="2905"/>
                    <a:pt x="2303" y="3233"/>
                    <a:pt x="2360" y="3566"/>
                  </a:cubicBezTo>
                  <a:cubicBezTo>
                    <a:pt x="2369" y="3538"/>
                    <a:pt x="2376" y="3506"/>
                    <a:pt x="2385" y="3475"/>
                  </a:cubicBezTo>
                  <a:cubicBezTo>
                    <a:pt x="2215" y="2031"/>
                    <a:pt x="1284" y="798"/>
                    <a:pt x="89" y="9"/>
                  </a:cubicBezTo>
                  <a:cubicBezTo>
                    <a:pt x="79" y="3"/>
                    <a:pt x="68" y="0"/>
                    <a:pt x="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46" name="Google Shape;746;p23"/>
            <p:cNvGrpSpPr/>
            <p:nvPr/>
          </p:nvGrpSpPr>
          <p:grpSpPr>
            <a:xfrm>
              <a:off x="3959943" y="3626229"/>
              <a:ext cx="573426" cy="768837"/>
              <a:chOff x="3959943" y="3626229"/>
              <a:chExt cx="573426" cy="768837"/>
            </a:xfrm>
          </p:grpSpPr>
          <p:sp>
            <p:nvSpPr>
              <p:cNvPr id="747" name="Google Shape;747;p23"/>
              <p:cNvSpPr/>
              <p:nvPr/>
            </p:nvSpPr>
            <p:spPr>
              <a:xfrm>
                <a:off x="4313898" y="3953902"/>
                <a:ext cx="219470" cy="355679"/>
              </a:xfrm>
              <a:custGeom>
                <a:avLst/>
                <a:gdLst/>
                <a:ahLst/>
                <a:cxnLst/>
                <a:rect l="l" t="t" r="r" b="b"/>
                <a:pathLst>
                  <a:path w="1787" h="2896" extrusionOk="0">
                    <a:moveTo>
                      <a:pt x="1780" y="0"/>
                    </a:moveTo>
                    <a:cubicBezTo>
                      <a:pt x="1778" y="0"/>
                      <a:pt x="1777" y="1"/>
                      <a:pt x="1775" y="3"/>
                    </a:cubicBezTo>
                    <a:cubicBezTo>
                      <a:pt x="1036" y="833"/>
                      <a:pt x="454" y="1852"/>
                      <a:pt x="7" y="2865"/>
                    </a:cubicBezTo>
                    <a:cubicBezTo>
                      <a:pt x="1" y="2882"/>
                      <a:pt x="11" y="2896"/>
                      <a:pt x="24" y="2896"/>
                    </a:cubicBezTo>
                    <a:cubicBezTo>
                      <a:pt x="30" y="2896"/>
                      <a:pt x="37" y="2892"/>
                      <a:pt x="42" y="2884"/>
                    </a:cubicBezTo>
                    <a:cubicBezTo>
                      <a:pt x="98" y="2789"/>
                      <a:pt x="152" y="2692"/>
                      <a:pt x="202" y="2597"/>
                    </a:cubicBezTo>
                    <a:lnTo>
                      <a:pt x="297" y="2550"/>
                    </a:lnTo>
                    <a:cubicBezTo>
                      <a:pt x="303" y="2547"/>
                      <a:pt x="297" y="2544"/>
                      <a:pt x="293" y="2544"/>
                    </a:cubicBezTo>
                    <a:cubicBezTo>
                      <a:pt x="265" y="2553"/>
                      <a:pt x="240" y="2569"/>
                      <a:pt x="212" y="2585"/>
                    </a:cubicBezTo>
                    <a:cubicBezTo>
                      <a:pt x="322" y="2387"/>
                      <a:pt x="432" y="2182"/>
                      <a:pt x="542" y="1981"/>
                    </a:cubicBezTo>
                    <a:cubicBezTo>
                      <a:pt x="948" y="1701"/>
                      <a:pt x="1287" y="1295"/>
                      <a:pt x="1602" y="918"/>
                    </a:cubicBezTo>
                    <a:cubicBezTo>
                      <a:pt x="1606" y="911"/>
                      <a:pt x="1603" y="905"/>
                      <a:pt x="1598" y="905"/>
                    </a:cubicBezTo>
                    <a:cubicBezTo>
                      <a:pt x="1596" y="905"/>
                      <a:pt x="1594" y="906"/>
                      <a:pt x="1592" y="908"/>
                    </a:cubicBezTo>
                    <a:cubicBezTo>
                      <a:pt x="1278" y="1264"/>
                      <a:pt x="910" y="1569"/>
                      <a:pt x="576" y="1906"/>
                    </a:cubicBezTo>
                    <a:cubicBezTo>
                      <a:pt x="935" y="1248"/>
                      <a:pt x="1300" y="603"/>
                      <a:pt x="1784" y="12"/>
                    </a:cubicBezTo>
                    <a:cubicBezTo>
                      <a:pt x="1786" y="5"/>
                      <a:pt x="1784" y="0"/>
                      <a:pt x="178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8" name="Google Shape;748;p23"/>
              <p:cNvSpPr/>
              <p:nvPr/>
            </p:nvSpPr>
            <p:spPr>
              <a:xfrm>
                <a:off x="4354305" y="4199412"/>
                <a:ext cx="98006" cy="65953"/>
              </a:xfrm>
              <a:custGeom>
                <a:avLst/>
                <a:gdLst/>
                <a:ahLst/>
                <a:cxnLst/>
                <a:rect l="l" t="t" r="r" b="b"/>
                <a:pathLst>
                  <a:path w="798" h="537" extrusionOk="0">
                    <a:moveTo>
                      <a:pt x="782" y="1"/>
                    </a:moveTo>
                    <a:cubicBezTo>
                      <a:pt x="540" y="196"/>
                      <a:pt x="282" y="363"/>
                      <a:pt x="12" y="517"/>
                    </a:cubicBezTo>
                    <a:cubicBezTo>
                      <a:pt x="1" y="522"/>
                      <a:pt x="9" y="537"/>
                      <a:pt x="19" y="537"/>
                    </a:cubicBezTo>
                    <a:cubicBezTo>
                      <a:pt x="21" y="537"/>
                      <a:pt x="22" y="536"/>
                      <a:pt x="24" y="536"/>
                    </a:cubicBezTo>
                    <a:cubicBezTo>
                      <a:pt x="298" y="394"/>
                      <a:pt x="559" y="218"/>
                      <a:pt x="795" y="13"/>
                    </a:cubicBezTo>
                    <a:cubicBezTo>
                      <a:pt x="798" y="7"/>
                      <a:pt x="792" y="1"/>
                      <a:pt x="78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9" name="Google Shape;749;p23"/>
              <p:cNvSpPr/>
              <p:nvPr/>
            </p:nvSpPr>
            <p:spPr>
              <a:xfrm>
                <a:off x="4237875" y="3626229"/>
                <a:ext cx="149220" cy="548871"/>
              </a:xfrm>
              <a:custGeom>
                <a:avLst/>
                <a:gdLst/>
                <a:ahLst/>
                <a:cxnLst/>
                <a:rect l="l" t="t" r="r" b="b"/>
                <a:pathLst>
                  <a:path w="1215" h="4469" extrusionOk="0">
                    <a:moveTo>
                      <a:pt x="1091" y="1"/>
                    </a:moveTo>
                    <a:cubicBezTo>
                      <a:pt x="1087" y="1"/>
                      <a:pt x="1084" y="4"/>
                      <a:pt x="1082" y="7"/>
                    </a:cubicBezTo>
                    <a:cubicBezTo>
                      <a:pt x="702" y="670"/>
                      <a:pt x="513" y="1372"/>
                      <a:pt x="349" y="2114"/>
                    </a:cubicBezTo>
                    <a:cubicBezTo>
                      <a:pt x="202" y="2806"/>
                      <a:pt x="41" y="3520"/>
                      <a:pt x="10" y="4234"/>
                    </a:cubicBezTo>
                    <a:cubicBezTo>
                      <a:pt x="0" y="4240"/>
                      <a:pt x="0" y="4246"/>
                      <a:pt x="10" y="4259"/>
                    </a:cubicBezTo>
                    <a:cubicBezTo>
                      <a:pt x="0" y="4328"/>
                      <a:pt x="0" y="4394"/>
                      <a:pt x="0" y="4457"/>
                    </a:cubicBezTo>
                    <a:cubicBezTo>
                      <a:pt x="0" y="4464"/>
                      <a:pt x="9" y="4469"/>
                      <a:pt x="17" y="4469"/>
                    </a:cubicBezTo>
                    <a:cubicBezTo>
                      <a:pt x="27" y="4469"/>
                      <a:pt x="36" y="4462"/>
                      <a:pt x="25" y="4445"/>
                    </a:cubicBezTo>
                    <a:cubicBezTo>
                      <a:pt x="35" y="4363"/>
                      <a:pt x="44" y="4319"/>
                      <a:pt x="60" y="4237"/>
                    </a:cubicBezTo>
                    <a:cubicBezTo>
                      <a:pt x="623" y="3856"/>
                      <a:pt x="985" y="3293"/>
                      <a:pt x="1214" y="2664"/>
                    </a:cubicBezTo>
                    <a:lnTo>
                      <a:pt x="1211" y="2664"/>
                    </a:lnTo>
                    <a:cubicBezTo>
                      <a:pt x="975" y="3275"/>
                      <a:pt x="560" y="3765"/>
                      <a:pt x="66" y="4187"/>
                    </a:cubicBezTo>
                    <a:cubicBezTo>
                      <a:pt x="107" y="3913"/>
                      <a:pt x="145" y="3639"/>
                      <a:pt x="186" y="3363"/>
                    </a:cubicBezTo>
                    <a:cubicBezTo>
                      <a:pt x="198" y="3344"/>
                      <a:pt x="205" y="3328"/>
                      <a:pt x="217" y="3309"/>
                    </a:cubicBezTo>
                    <a:cubicBezTo>
                      <a:pt x="220" y="3306"/>
                      <a:pt x="220" y="3300"/>
                      <a:pt x="217" y="3300"/>
                    </a:cubicBezTo>
                    <a:cubicBezTo>
                      <a:pt x="216" y="3298"/>
                      <a:pt x="213" y="3297"/>
                      <a:pt x="211" y="3297"/>
                    </a:cubicBezTo>
                    <a:cubicBezTo>
                      <a:pt x="209" y="3297"/>
                      <a:pt x="208" y="3298"/>
                      <a:pt x="208" y="3300"/>
                    </a:cubicBezTo>
                    <a:cubicBezTo>
                      <a:pt x="202" y="3306"/>
                      <a:pt x="198" y="3312"/>
                      <a:pt x="189" y="3322"/>
                    </a:cubicBezTo>
                    <a:cubicBezTo>
                      <a:pt x="268" y="2781"/>
                      <a:pt x="362" y="2237"/>
                      <a:pt x="497" y="1705"/>
                    </a:cubicBezTo>
                    <a:lnTo>
                      <a:pt x="500" y="1705"/>
                    </a:lnTo>
                    <a:cubicBezTo>
                      <a:pt x="544" y="1655"/>
                      <a:pt x="582" y="1595"/>
                      <a:pt x="617" y="1535"/>
                    </a:cubicBezTo>
                    <a:cubicBezTo>
                      <a:pt x="626" y="1524"/>
                      <a:pt x="617" y="1513"/>
                      <a:pt x="607" y="1513"/>
                    </a:cubicBezTo>
                    <a:cubicBezTo>
                      <a:pt x="603" y="1513"/>
                      <a:pt x="598" y="1515"/>
                      <a:pt x="595" y="1520"/>
                    </a:cubicBezTo>
                    <a:cubicBezTo>
                      <a:pt x="566" y="1554"/>
                      <a:pt x="535" y="1595"/>
                      <a:pt x="513" y="1633"/>
                    </a:cubicBezTo>
                    <a:cubicBezTo>
                      <a:pt x="648" y="1076"/>
                      <a:pt x="846" y="532"/>
                      <a:pt x="1101" y="19"/>
                    </a:cubicBezTo>
                    <a:cubicBezTo>
                      <a:pt x="1104" y="10"/>
                      <a:pt x="1101" y="7"/>
                      <a:pt x="1098" y="4"/>
                    </a:cubicBezTo>
                    <a:cubicBezTo>
                      <a:pt x="1095" y="2"/>
                      <a:pt x="1093" y="1"/>
                      <a:pt x="109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0" name="Google Shape;750;p23"/>
              <p:cNvSpPr/>
              <p:nvPr/>
            </p:nvSpPr>
            <p:spPr>
              <a:xfrm>
                <a:off x="4266491" y="3807997"/>
                <a:ext cx="124657" cy="213702"/>
              </a:xfrm>
              <a:custGeom>
                <a:avLst/>
                <a:gdLst/>
                <a:ahLst/>
                <a:cxnLst/>
                <a:rect l="l" t="t" r="r" b="b"/>
                <a:pathLst>
                  <a:path w="1015" h="1740" extrusionOk="0">
                    <a:moveTo>
                      <a:pt x="1004" y="1"/>
                    </a:moveTo>
                    <a:cubicBezTo>
                      <a:pt x="1002" y="1"/>
                      <a:pt x="1000" y="2"/>
                      <a:pt x="1000" y="5"/>
                    </a:cubicBezTo>
                    <a:cubicBezTo>
                      <a:pt x="717" y="606"/>
                      <a:pt x="384" y="1178"/>
                      <a:pt x="3" y="1722"/>
                    </a:cubicBezTo>
                    <a:cubicBezTo>
                      <a:pt x="0" y="1725"/>
                      <a:pt x="3" y="1735"/>
                      <a:pt x="6" y="1738"/>
                    </a:cubicBezTo>
                    <a:cubicBezTo>
                      <a:pt x="7" y="1739"/>
                      <a:pt x="9" y="1739"/>
                      <a:pt x="10" y="1739"/>
                    </a:cubicBezTo>
                    <a:cubicBezTo>
                      <a:pt x="14" y="1739"/>
                      <a:pt x="20" y="1737"/>
                      <a:pt x="22" y="1735"/>
                    </a:cubicBezTo>
                    <a:cubicBezTo>
                      <a:pt x="459" y="1244"/>
                      <a:pt x="783" y="621"/>
                      <a:pt x="1013" y="8"/>
                    </a:cubicBezTo>
                    <a:cubicBezTo>
                      <a:pt x="1015" y="6"/>
                      <a:pt x="1008" y="1"/>
                      <a:pt x="100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1" name="Google Shape;751;p23"/>
              <p:cNvSpPr/>
              <p:nvPr/>
            </p:nvSpPr>
            <p:spPr>
              <a:xfrm>
                <a:off x="4327899" y="3689848"/>
                <a:ext cx="59074" cy="104395"/>
              </a:xfrm>
              <a:custGeom>
                <a:avLst/>
                <a:gdLst/>
                <a:ahLst/>
                <a:cxnLst/>
                <a:rect l="l" t="t" r="r" b="b"/>
                <a:pathLst>
                  <a:path w="481" h="850" extrusionOk="0">
                    <a:moveTo>
                      <a:pt x="469" y="0"/>
                    </a:moveTo>
                    <a:cubicBezTo>
                      <a:pt x="467" y="0"/>
                      <a:pt x="466" y="2"/>
                      <a:pt x="466" y="4"/>
                    </a:cubicBezTo>
                    <a:cubicBezTo>
                      <a:pt x="321" y="288"/>
                      <a:pt x="157" y="549"/>
                      <a:pt x="3" y="825"/>
                    </a:cubicBezTo>
                    <a:cubicBezTo>
                      <a:pt x="0" y="832"/>
                      <a:pt x="3" y="844"/>
                      <a:pt x="10" y="847"/>
                    </a:cubicBezTo>
                    <a:cubicBezTo>
                      <a:pt x="12" y="849"/>
                      <a:pt x="15" y="850"/>
                      <a:pt x="17" y="850"/>
                    </a:cubicBezTo>
                    <a:cubicBezTo>
                      <a:pt x="23" y="850"/>
                      <a:pt x="27" y="846"/>
                      <a:pt x="32" y="841"/>
                    </a:cubicBezTo>
                    <a:cubicBezTo>
                      <a:pt x="211" y="580"/>
                      <a:pt x="362" y="303"/>
                      <a:pt x="478" y="11"/>
                    </a:cubicBezTo>
                    <a:cubicBezTo>
                      <a:pt x="480" y="6"/>
                      <a:pt x="473" y="0"/>
                      <a:pt x="46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2" name="Google Shape;752;p23"/>
              <p:cNvSpPr/>
              <p:nvPr/>
            </p:nvSpPr>
            <p:spPr>
              <a:xfrm>
                <a:off x="3985980" y="3688128"/>
                <a:ext cx="219102" cy="706938"/>
              </a:xfrm>
              <a:custGeom>
                <a:avLst/>
                <a:gdLst/>
                <a:ahLst/>
                <a:cxnLst/>
                <a:rect l="l" t="t" r="r" b="b"/>
                <a:pathLst>
                  <a:path w="1784" h="5756" extrusionOk="0">
                    <a:moveTo>
                      <a:pt x="340" y="0"/>
                    </a:moveTo>
                    <a:cubicBezTo>
                      <a:pt x="325" y="0"/>
                      <a:pt x="310" y="7"/>
                      <a:pt x="299" y="22"/>
                    </a:cubicBezTo>
                    <a:cubicBezTo>
                      <a:pt x="293" y="25"/>
                      <a:pt x="293" y="28"/>
                      <a:pt x="290" y="31"/>
                    </a:cubicBezTo>
                    <a:cubicBezTo>
                      <a:pt x="1" y="773"/>
                      <a:pt x="101" y="1651"/>
                      <a:pt x="350" y="2390"/>
                    </a:cubicBezTo>
                    <a:cubicBezTo>
                      <a:pt x="482" y="2793"/>
                      <a:pt x="677" y="3170"/>
                      <a:pt x="919" y="3513"/>
                    </a:cubicBezTo>
                    <a:cubicBezTo>
                      <a:pt x="1167" y="3849"/>
                      <a:pt x="1482" y="4145"/>
                      <a:pt x="1686" y="4526"/>
                    </a:cubicBezTo>
                    <a:cubicBezTo>
                      <a:pt x="1677" y="4900"/>
                      <a:pt x="1636" y="5271"/>
                      <a:pt x="1557" y="5636"/>
                    </a:cubicBezTo>
                    <a:cubicBezTo>
                      <a:pt x="1561" y="5674"/>
                      <a:pt x="1567" y="5714"/>
                      <a:pt x="1573" y="5755"/>
                    </a:cubicBezTo>
                    <a:cubicBezTo>
                      <a:pt x="1686" y="5356"/>
                      <a:pt x="1752" y="4938"/>
                      <a:pt x="1768" y="4522"/>
                    </a:cubicBezTo>
                    <a:cubicBezTo>
                      <a:pt x="1774" y="4510"/>
                      <a:pt x="1774" y="4494"/>
                      <a:pt x="1768" y="4482"/>
                    </a:cubicBezTo>
                    <a:cubicBezTo>
                      <a:pt x="1784" y="3925"/>
                      <a:pt x="1743" y="3362"/>
                      <a:pt x="1646" y="2811"/>
                    </a:cubicBezTo>
                    <a:cubicBezTo>
                      <a:pt x="1473" y="1777"/>
                      <a:pt x="1092" y="786"/>
                      <a:pt x="372" y="12"/>
                    </a:cubicBezTo>
                    <a:cubicBezTo>
                      <a:pt x="362" y="4"/>
                      <a:pt x="351" y="0"/>
                      <a:pt x="34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3" name="Google Shape;753;p23"/>
              <p:cNvSpPr/>
              <p:nvPr/>
            </p:nvSpPr>
            <p:spPr>
              <a:xfrm>
                <a:off x="4038913" y="3731359"/>
                <a:ext cx="152291" cy="461303"/>
              </a:xfrm>
              <a:custGeom>
                <a:avLst/>
                <a:gdLst/>
                <a:ahLst/>
                <a:cxnLst/>
                <a:rect l="l" t="t" r="r" b="b"/>
                <a:pathLst>
                  <a:path w="1240" h="3756" extrusionOk="0">
                    <a:moveTo>
                      <a:pt x="19" y="1"/>
                    </a:moveTo>
                    <a:cubicBezTo>
                      <a:pt x="17" y="1"/>
                      <a:pt x="16" y="1"/>
                      <a:pt x="16" y="3"/>
                    </a:cubicBezTo>
                    <a:cubicBezTo>
                      <a:pt x="7" y="3"/>
                      <a:pt x="0" y="12"/>
                      <a:pt x="0" y="19"/>
                    </a:cubicBezTo>
                    <a:cubicBezTo>
                      <a:pt x="211" y="396"/>
                      <a:pt x="397" y="786"/>
                      <a:pt x="551" y="1186"/>
                    </a:cubicBezTo>
                    <a:cubicBezTo>
                      <a:pt x="501" y="1135"/>
                      <a:pt x="453" y="1085"/>
                      <a:pt x="406" y="1035"/>
                    </a:cubicBezTo>
                    <a:cubicBezTo>
                      <a:pt x="290" y="899"/>
                      <a:pt x="192" y="755"/>
                      <a:pt x="92" y="613"/>
                    </a:cubicBezTo>
                    <a:cubicBezTo>
                      <a:pt x="89" y="610"/>
                      <a:pt x="87" y="609"/>
                      <a:pt x="85" y="609"/>
                    </a:cubicBezTo>
                    <a:cubicBezTo>
                      <a:pt x="82" y="609"/>
                      <a:pt x="82" y="614"/>
                      <a:pt x="82" y="616"/>
                    </a:cubicBezTo>
                    <a:cubicBezTo>
                      <a:pt x="208" y="868"/>
                      <a:pt x="406" y="1044"/>
                      <a:pt x="579" y="1255"/>
                    </a:cubicBezTo>
                    <a:cubicBezTo>
                      <a:pt x="721" y="1623"/>
                      <a:pt x="837" y="2000"/>
                      <a:pt x="938" y="2387"/>
                    </a:cubicBezTo>
                    <a:lnTo>
                      <a:pt x="922" y="2365"/>
                    </a:lnTo>
                    <a:cubicBezTo>
                      <a:pt x="919" y="2362"/>
                      <a:pt x="916" y="2360"/>
                      <a:pt x="913" y="2360"/>
                    </a:cubicBezTo>
                    <a:cubicBezTo>
                      <a:pt x="902" y="2360"/>
                      <a:pt x="893" y="2377"/>
                      <a:pt x="900" y="2387"/>
                    </a:cubicBezTo>
                    <a:lnTo>
                      <a:pt x="957" y="2450"/>
                    </a:lnTo>
                    <a:cubicBezTo>
                      <a:pt x="1032" y="2727"/>
                      <a:pt x="1086" y="3016"/>
                      <a:pt x="1136" y="3302"/>
                    </a:cubicBezTo>
                    <a:cubicBezTo>
                      <a:pt x="872" y="3048"/>
                      <a:pt x="623" y="2771"/>
                      <a:pt x="387" y="2485"/>
                    </a:cubicBezTo>
                    <a:cubicBezTo>
                      <a:pt x="385" y="2483"/>
                      <a:pt x="382" y="2482"/>
                      <a:pt x="381" y="2482"/>
                    </a:cubicBezTo>
                    <a:cubicBezTo>
                      <a:pt x="376" y="2482"/>
                      <a:pt x="375" y="2486"/>
                      <a:pt x="375" y="2491"/>
                    </a:cubicBezTo>
                    <a:cubicBezTo>
                      <a:pt x="573" y="2834"/>
                      <a:pt x="865" y="3120"/>
                      <a:pt x="1148" y="3387"/>
                    </a:cubicBezTo>
                    <a:cubicBezTo>
                      <a:pt x="1164" y="3504"/>
                      <a:pt x="1183" y="3620"/>
                      <a:pt x="1199" y="3740"/>
                    </a:cubicBezTo>
                    <a:cubicBezTo>
                      <a:pt x="1199" y="3751"/>
                      <a:pt x="1207" y="3756"/>
                      <a:pt x="1215" y="3756"/>
                    </a:cubicBezTo>
                    <a:cubicBezTo>
                      <a:pt x="1227" y="3756"/>
                      <a:pt x="1240" y="3747"/>
                      <a:pt x="1240" y="3733"/>
                    </a:cubicBezTo>
                    <a:cubicBezTo>
                      <a:pt x="1180" y="2425"/>
                      <a:pt x="708" y="1110"/>
                      <a:pt x="26" y="3"/>
                    </a:cubicBezTo>
                    <a:cubicBezTo>
                      <a:pt x="22" y="1"/>
                      <a:pt x="20" y="1"/>
                      <a:pt x="1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" name="Google Shape;754;p23"/>
              <p:cNvSpPr/>
              <p:nvPr/>
            </p:nvSpPr>
            <p:spPr>
              <a:xfrm>
                <a:off x="4056353" y="3898881"/>
                <a:ext cx="86216" cy="111273"/>
              </a:xfrm>
              <a:custGeom>
                <a:avLst/>
                <a:gdLst/>
                <a:ahLst/>
                <a:cxnLst/>
                <a:rect l="l" t="t" r="r" b="b"/>
                <a:pathLst>
                  <a:path w="702" h="906" extrusionOk="0">
                    <a:moveTo>
                      <a:pt x="12" y="0"/>
                    </a:moveTo>
                    <a:cubicBezTo>
                      <a:pt x="6" y="0"/>
                      <a:pt x="0" y="8"/>
                      <a:pt x="9" y="17"/>
                    </a:cubicBezTo>
                    <a:cubicBezTo>
                      <a:pt x="192" y="337"/>
                      <a:pt x="421" y="636"/>
                      <a:pt x="686" y="904"/>
                    </a:cubicBezTo>
                    <a:cubicBezTo>
                      <a:pt x="687" y="905"/>
                      <a:pt x="689" y="906"/>
                      <a:pt x="690" y="906"/>
                    </a:cubicBezTo>
                    <a:cubicBezTo>
                      <a:pt x="692" y="906"/>
                      <a:pt x="694" y="905"/>
                      <a:pt x="695" y="904"/>
                    </a:cubicBezTo>
                    <a:cubicBezTo>
                      <a:pt x="701" y="900"/>
                      <a:pt x="701" y="894"/>
                      <a:pt x="695" y="891"/>
                    </a:cubicBezTo>
                    <a:cubicBezTo>
                      <a:pt x="491" y="586"/>
                      <a:pt x="239" y="303"/>
                      <a:pt x="19" y="4"/>
                    </a:cubicBezTo>
                    <a:cubicBezTo>
                      <a:pt x="17" y="1"/>
                      <a:pt x="15" y="0"/>
                      <a:pt x="1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5" name="Google Shape;755;p23"/>
              <p:cNvSpPr/>
              <p:nvPr/>
            </p:nvSpPr>
            <p:spPr>
              <a:xfrm>
                <a:off x="3959943" y="4043435"/>
                <a:ext cx="190363" cy="233722"/>
              </a:xfrm>
              <a:custGeom>
                <a:avLst/>
                <a:gdLst/>
                <a:ahLst/>
                <a:cxnLst/>
                <a:rect l="l" t="t" r="r" b="b"/>
                <a:pathLst>
                  <a:path w="1550" h="1903" extrusionOk="0">
                    <a:moveTo>
                      <a:pt x="12" y="0"/>
                    </a:moveTo>
                    <a:cubicBezTo>
                      <a:pt x="5" y="0"/>
                      <a:pt x="1" y="12"/>
                      <a:pt x="8" y="19"/>
                    </a:cubicBezTo>
                    <a:cubicBezTo>
                      <a:pt x="128" y="123"/>
                      <a:pt x="238" y="230"/>
                      <a:pt x="345" y="340"/>
                    </a:cubicBezTo>
                    <a:cubicBezTo>
                      <a:pt x="279" y="296"/>
                      <a:pt x="206" y="261"/>
                      <a:pt x="134" y="233"/>
                    </a:cubicBezTo>
                    <a:cubicBezTo>
                      <a:pt x="128" y="233"/>
                      <a:pt x="121" y="246"/>
                      <a:pt x="128" y="249"/>
                    </a:cubicBezTo>
                    <a:cubicBezTo>
                      <a:pt x="219" y="299"/>
                      <a:pt x="313" y="346"/>
                      <a:pt x="404" y="400"/>
                    </a:cubicBezTo>
                    <a:cubicBezTo>
                      <a:pt x="596" y="598"/>
                      <a:pt x="779" y="809"/>
                      <a:pt x="942" y="1029"/>
                    </a:cubicBezTo>
                    <a:cubicBezTo>
                      <a:pt x="678" y="903"/>
                      <a:pt x="426" y="768"/>
                      <a:pt x="181" y="620"/>
                    </a:cubicBezTo>
                    <a:cubicBezTo>
                      <a:pt x="175" y="620"/>
                      <a:pt x="169" y="620"/>
                      <a:pt x="169" y="623"/>
                    </a:cubicBezTo>
                    <a:cubicBezTo>
                      <a:pt x="169" y="626"/>
                      <a:pt x="169" y="632"/>
                      <a:pt x="172" y="636"/>
                    </a:cubicBezTo>
                    <a:cubicBezTo>
                      <a:pt x="423" y="827"/>
                      <a:pt x="700" y="985"/>
                      <a:pt x="993" y="1095"/>
                    </a:cubicBezTo>
                    <a:cubicBezTo>
                      <a:pt x="1103" y="1243"/>
                      <a:pt x="1206" y="1397"/>
                      <a:pt x="1307" y="1557"/>
                    </a:cubicBezTo>
                    <a:cubicBezTo>
                      <a:pt x="1194" y="1513"/>
                      <a:pt x="1071" y="1475"/>
                      <a:pt x="961" y="1422"/>
                    </a:cubicBezTo>
                    <a:cubicBezTo>
                      <a:pt x="835" y="1356"/>
                      <a:pt x="722" y="1271"/>
                      <a:pt x="615" y="1177"/>
                    </a:cubicBezTo>
                    <a:cubicBezTo>
                      <a:pt x="614" y="1176"/>
                      <a:pt x="613" y="1176"/>
                      <a:pt x="613" y="1176"/>
                    </a:cubicBezTo>
                    <a:cubicBezTo>
                      <a:pt x="608" y="1176"/>
                      <a:pt x="606" y="1183"/>
                      <a:pt x="609" y="1186"/>
                    </a:cubicBezTo>
                    <a:cubicBezTo>
                      <a:pt x="813" y="1365"/>
                      <a:pt x="1078" y="1557"/>
                      <a:pt x="1345" y="1611"/>
                    </a:cubicBezTo>
                    <a:cubicBezTo>
                      <a:pt x="1398" y="1699"/>
                      <a:pt x="1458" y="1793"/>
                      <a:pt x="1512" y="1894"/>
                    </a:cubicBezTo>
                    <a:cubicBezTo>
                      <a:pt x="1516" y="1900"/>
                      <a:pt x="1521" y="1902"/>
                      <a:pt x="1527" y="1902"/>
                    </a:cubicBezTo>
                    <a:cubicBezTo>
                      <a:pt x="1538" y="1902"/>
                      <a:pt x="1549" y="1891"/>
                      <a:pt x="1543" y="1878"/>
                    </a:cubicBezTo>
                    <a:cubicBezTo>
                      <a:pt x="1203" y="1136"/>
                      <a:pt x="675" y="491"/>
                      <a:pt x="18" y="3"/>
                    </a:cubicBezTo>
                    <a:cubicBezTo>
                      <a:pt x="16" y="1"/>
                      <a:pt x="13" y="0"/>
                      <a:pt x="1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6" name="Google Shape;756;p23"/>
              <p:cNvSpPr/>
              <p:nvPr/>
            </p:nvSpPr>
            <p:spPr>
              <a:xfrm>
                <a:off x="3963259" y="4106563"/>
                <a:ext cx="7369" cy="5404"/>
              </a:xfrm>
              <a:custGeom>
                <a:avLst/>
                <a:gdLst/>
                <a:ahLst/>
                <a:cxnLst/>
                <a:rect l="l" t="t" r="r" b="b"/>
                <a:pathLst>
                  <a:path w="60" h="44" extrusionOk="0">
                    <a:moveTo>
                      <a:pt x="3" y="1"/>
                    </a:moveTo>
                    <a:cubicBezTo>
                      <a:pt x="1" y="1"/>
                      <a:pt x="0" y="2"/>
                      <a:pt x="0" y="2"/>
                    </a:cubicBezTo>
                    <a:cubicBezTo>
                      <a:pt x="0" y="8"/>
                      <a:pt x="0" y="11"/>
                      <a:pt x="3" y="15"/>
                    </a:cubicBezTo>
                    <a:cubicBezTo>
                      <a:pt x="19" y="27"/>
                      <a:pt x="35" y="33"/>
                      <a:pt x="50" y="43"/>
                    </a:cubicBezTo>
                    <a:cubicBezTo>
                      <a:pt x="51" y="43"/>
                      <a:pt x="51" y="43"/>
                      <a:pt x="51" y="43"/>
                    </a:cubicBezTo>
                    <a:cubicBezTo>
                      <a:pt x="55" y="43"/>
                      <a:pt x="59" y="33"/>
                      <a:pt x="53" y="33"/>
                    </a:cubicBezTo>
                    <a:cubicBezTo>
                      <a:pt x="38" y="21"/>
                      <a:pt x="22" y="11"/>
                      <a:pt x="6" y="2"/>
                    </a:cubicBezTo>
                    <a:cubicBezTo>
                      <a:pt x="5" y="1"/>
                      <a:pt x="4" y="1"/>
                      <a:pt x="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757" name="Google Shape;757;p23"/>
            <p:cNvSpPr/>
            <p:nvPr/>
          </p:nvSpPr>
          <p:spPr>
            <a:xfrm>
              <a:off x="4028474" y="4359810"/>
              <a:ext cx="406149" cy="452091"/>
            </a:xfrm>
            <a:custGeom>
              <a:avLst/>
              <a:gdLst/>
              <a:ahLst/>
              <a:cxnLst/>
              <a:rect l="l" t="t" r="r" b="b"/>
              <a:pathLst>
                <a:path w="3307" h="3681" extrusionOk="0">
                  <a:moveTo>
                    <a:pt x="321" y="0"/>
                  </a:moveTo>
                  <a:lnTo>
                    <a:pt x="268" y="667"/>
                  </a:lnTo>
                  <a:lnTo>
                    <a:pt x="1" y="3680"/>
                  </a:lnTo>
                  <a:lnTo>
                    <a:pt x="3306" y="3680"/>
                  </a:lnTo>
                  <a:lnTo>
                    <a:pt x="3039" y="667"/>
                  </a:lnTo>
                  <a:lnTo>
                    <a:pt x="297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758;p23"/>
            <p:cNvSpPr/>
            <p:nvPr/>
          </p:nvSpPr>
          <p:spPr>
            <a:xfrm>
              <a:off x="4070231" y="4359810"/>
              <a:ext cx="322267" cy="77375"/>
            </a:xfrm>
            <a:custGeom>
              <a:avLst/>
              <a:gdLst/>
              <a:ahLst/>
              <a:cxnLst/>
              <a:rect l="l" t="t" r="r" b="b"/>
              <a:pathLst>
                <a:path w="2624" h="630" extrusionOk="0">
                  <a:moveTo>
                    <a:pt x="57" y="0"/>
                  </a:moveTo>
                  <a:lnTo>
                    <a:pt x="0" y="629"/>
                  </a:lnTo>
                  <a:lnTo>
                    <a:pt x="2623" y="629"/>
                  </a:lnTo>
                  <a:lnTo>
                    <a:pt x="257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Google Shape;759;p23"/>
            <p:cNvSpPr/>
            <p:nvPr/>
          </p:nvSpPr>
          <p:spPr>
            <a:xfrm>
              <a:off x="4052423" y="4304911"/>
              <a:ext cx="363655" cy="77375"/>
            </a:xfrm>
            <a:custGeom>
              <a:avLst/>
              <a:gdLst/>
              <a:ahLst/>
              <a:cxnLst/>
              <a:rect l="l" t="t" r="r" b="b"/>
              <a:pathLst>
                <a:path w="2961" h="630" extrusionOk="0">
                  <a:moveTo>
                    <a:pt x="1" y="1"/>
                  </a:moveTo>
                  <a:lnTo>
                    <a:pt x="1" y="630"/>
                  </a:lnTo>
                  <a:lnTo>
                    <a:pt x="2960" y="630"/>
                  </a:lnTo>
                  <a:lnTo>
                    <a:pt x="296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60" name="Google Shape;760;p23"/>
          <p:cNvGrpSpPr/>
          <p:nvPr/>
        </p:nvGrpSpPr>
        <p:grpSpPr>
          <a:xfrm rot="5400000">
            <a:off x="-766549" y="1223403"/>
            <a:ext cx="1992625" cy="834198"/>
            <a:chOff x="9283781" y="3515453"/>
            <a:chExt cx="1460548" cy="608548"/>
          </a:xfrm>
        </p:grpSpPr>
        <p:sp>
          <p:nvSpPr>
            <p:cNvPr id="761" name="Google Shape;761;p23"/>
            <p:cNvSpPr/>
            <p:nvPr/>
          </p:nvSpPr>
          <p:spPr>
            <a:xfrm>
              <a:off x="9293721" y="3515453"/>
              <a:ext cx="1450608" cy="607893"/>
            </a:xfrm>
            <a:custGeom>
              <a:avLst/>
              <a:gdLst/>
              <a:ahLst/>
              <a:cxnLst/>
              <a:rect l="l" t="t" r="r" b="b"/>
              <a:pathLst>
                <a:path w="13280" h="5565" extrusionOk="0">
                  <a:moveTo>
                    <a:pt x="1" y="0"/>
                  </a:moveTo>
                  <a:lnTo>
                    <a:pt x="1" y="5564"/>
                  </a:lnTo>
                  <a:lnTo>
                    <a:pt x="13280" y="5564"/>
                  </a:lnTo>
                  <a:lnTo>
                    <a:pt x="1328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Google Shape;762;p23"/>
            <p:cNvSpPr/>
            <p:nvPr/>
          </p:nvSpPr>
          <p:spPr>
            <a:xfrm>
              <a:off x="9283781" y="3515453"/>
              <a:ext cx="1460220" cy="607893"/>
            </a:xfrm>
            <a:custGeom>
              <a:avLst/>
              <a:gdLst/>
              <a:ahLst/>
              <a:cxnLst/>
              <a:rect l="l" t="t" r="r" b="b"/>
              <a:pathLst>
                <a:path w="13368" h="5565" extrusionOk="0">
                  <a:moveTo>
                    <a:pt x="1" y="0"/>
                  </a:moveTo>
                  <a:lnTo>
                    <a:pt x="1" y="5564"/>
                  </a:lnTo>
                  <a:lnTo>
                    <a:pt x="89" y="5564"/>
                  </a:lnTo>
                  <a:lnTo>
                    <a:pt x="89" y="92"/>
                  </a:lnTo>
                  <a:lnTo>
                    <a:pt x="13368" y="92"/>
                  </a:lnTo>
                  <a:lnTo>
                    <a:pt x="1336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Google Shape;763;p23"/>
            <p:cNvSpPr/>
            <p:nvPr/>
          </p:nvSpPr>
          <p:spPr>
            <a:xfrm>
              <a:off x="9290663" y="3515453"/>
              <a:ext cx="1452683" cy="608548"/>
            </a:xfrm>
            <a:custGeom>
              <a:avLst/>
              <a:gdLst/>
              <a:ahLst/>
              <a:cxnLst/>
              <a:rect l="l" t="t" r="r" b="b"/>
              <a:pathLst>
                <a:path w="13299" h="5571" extrusionOk="0">
                  <a:moveTo>
                    <a:pt x="16" y="0"/>
                  </a:moveTo>
                  <a:lnTo>
                    <a:pt x="1" y="41"/>
                  </a:lnTo>
                  <a:lnTo>
                    <a:pt x="13280" y="5570"/>
                  </a:lnTo>
                  <a:lnTo>
                    <a:pt x="13299" y="553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Google Shape;764;p23"/>
            <p:cNvSpPr/>
            <p:nvPr/>
          </p:nvSpPr>
          <p:spPr>
            <a:xfrm>
              <a:off x="9290663" y="3515453"/>
              <a:ext cx="1452683" cy="608548"/>
            </a:xfrm>
            <a:custGeom>
              <a:avLst/>
              <a:gdLst/>
              <a:ahLst/>
              <a:cxnLst/>
              <a:rect l="l" t="t" r="r" b="b"/>
              <a:pathLst>
                <a:path w="13299" h="5571" extrusionOk="0">
                  <a:moveTo>
                    <a:pt x="13280" y="0"/>
                  </a:moveTo>
                  <a:lnTo>
                    <a:pt x="1" y="5530"/>
                  </a:lnTo>
                  <a:lnTo>
                    <a:pt x="16" y="5570"/>
                  </a:lnTo>
                  <a:lnTo>
                    <a:pt x="13299" y="41"/>
                  </a:lnTo>
                  <a:lnTo>
                    <a:pt x="1328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0_1">
    <p:bg>
      <p:bgPr>
        <a:solidFill>
          <a:schemeClr val="lt2"/>
        </a:solidFill>
        <a:effectLst/>
      </p:bgPr>
    </p:bg>
    <p:spTree>
      <p:nvGrpSpPr>
        <p:cNvPr id="1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6" name="Google Shape;766;p24"/>
          <p:cNvGrpSpPr/>
          <p:nvPr/>
        </p:nvGrpSpPr>
        <p:grpSpPr>
          <a:xfrm>
            <a:off x="262200" y="262350"/>
            <a:ext cx="8617500" cy="4618794"/>
            <a:chOff x="266600" y="258700"/>
            <a:chExt cx="8617500" cy="4618794"/>
          </a:xfrm>
        </p:grpSpPr>
        <p:sp>
          <p:nvSpPr>
            <p:cNvPr id="767" name="Google Shape;767;p24"/>
            <p:cNvSpPr/>
            <p:nvPr/>
          </p:nvSpPr>
          <p:spPr>
            <a:xfrm>
              <a:off x="266600" y="260350"/>
              <a:ext cx="8615262" cy="4617144"/>
            </a:xfrm>
            <a:custGeom>
              <a:avLst/>
              <a:gdLst/>
              <a:ahLst/>
              <a:cxnLst/>
              <a:rect l="l" t="t" r="r" b="b"/>
              <a:pathLst>
                <a:path w="75005" h="47449" extrusionOk="0">
                  <a:moveTo>
                    <a:pt x="1" y="0"/>
                  </a:moveTo>
                  <a:lnTo>
                    <a:pt x="1" y="47449"/>
                  </a:lnTo>
                  <a:lnTo>
                    <a:pt x="75004" y="47449"/>
                  </a:lnTo>
                  <a:lnTo>
                    <a:pt x="7500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768;p24"/>
            <p:cNvSpPr/>
            <p:nvPr/>
          </p:nvSpPr>
          <p:spPr>
            <a:xfrm>
              <a:off x="266600" y="264175"/>
              <a:ext cx="8615262" cy="174525"/>
            </a:xfrm>
            <a:custGeom>
              <a:avLst/>
              <a:gdLst/>
              <a:ahLst/>
              <a:cxnLst/>
              <a:rect l="l" t="t" r="r" b="b"/>
              <a:pathLst>
                <a:path w="75005" h="1824" extrusionOk="0">
                  <a:moveTo>
                    <a:pt x="1" y="0"/>
                  </a:moveTo>
                  <a:lnTo>
                    <a:pt x="1" y="1823"/>
                  </a:lnTo>
                  <a:lnTo>
                    <a:pt x="75004" y="1823"/>
                  </a:lnTo>
                  <a:lnTo>
                    <a:pt x="7500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Google Shape;769;p24"/>
            <p:cNvSpPr/>
            <p:nvPr/>
          </p:nvSpPr>
          <p:spPr>
            <a:xfrm>
              <a:off x="362380" y="315851"/>
              <a:ext cx="78460" cy="70518"/>
            </a:xfrm>
            <a:custGeom>
              <a:avLst/>
              <a:gdLst/>
              <a:ahLst/>
              <a:cxnLst/>
              <a:rect l="l" t="t" r="r" b="b"/>
              <a:pathLst>
                <a:path w="820" h="737" extrusionOk="0">
                  <a:moveTo>
                    <a:pt x="375" y="0"/>
                  </a:moveTo>
                  <a:cubicBezTo>
                    <a:pt x="167" y="0"/>
                    <a:pt x="1" y="173"/>
                    <a:pt x="11" y="382"/>
                  </a:cubicBezTo>
                  <a:cubicBezTo>
                    <a:pt x="14" y="578"/>
                    <a:pt x="183" y="737"/>
                    <a:pt x="378" y="737"/>
                  </a:cubicBezTo>
                  <a:cubicBezTo>
                    <a:pt x="384" y="737"/>
                    <a:pt x="389" y="737"/>
                    <a:pt x="395" y="736"/>
                  </a:cubicBezTo>
                  <a:cubicBezTo>
                    <a:pt x="641" y="730"/>
                    <a:pt x="820" y="481"/>
                    <a:pt x="720" y="223"/>
                  </a:cubicBezTo>
                  <a:cubicBezTo>
                    <a:pt x="664" y="87"/>
                    <a:pt x="525" y="0"/>
                    <a:pt x="37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770;p24"/>
            <p:cNvSpPr/>
            <p:nvPr/>
          </p:nvSpPr>
          <p:spPr>
            <a:xfrm>
              <a:off x="506096" y="315851"/>
              <a:ext cx="78173" cy="70518"/>
            </a:xfrm>
            <a:custGeom>
              <a:avLst/>
              <a:gdLst/>
              <a:ahLst/>
              <a:cxnLst/>
              <a:rect l="l" t="t" r="r" b="b"/>
              <a:pathLst>
                <a:path w="817" h="737" extrusionOk="0">
                  <a:moveTo>
                    <a:pt x="372" y="0"/>
                  </a:moveTo>
                  <a:cubicBezTo>
                    <a:pt x="166" y="0"/>
                    <a:pt x="1" y="173"/>
                    <a:pt x="7" y="382"/>
                  </a:cubicBezTo>
                  <a:cubicBezTo>
                    <a:pt x="14" y="578"/>
                    <a:pt x="179" y="737"/>
                    <a:pt x="377" y="737"/>
                  </a:cubicBezTo>
                  <a:cubicBezTo>
                    <a:pt x="383" y="737"/>
                    <a:pt x="389" y="737"/>
                    <a:pt x="395" y="736"/>
                  </a:cubicBezTo>
                  <a:cubicBezTo>
                    <a:pt x="637" y="730"/>
                    <a:pt x="816" y="481"/>
                    <a:pt x="717" y="223"/>
                  </a:cubicBezTo>
                  <a:cubicBezTo>
                    <a:pt x="664" y="87"/>
                    <a:pt x="528" y="0"/>
                    <a:pt x="37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Google Shape;771;p24"/>
            <p:cNvSpPr/>
            <p:nvPr/>
          </p:nvSpPr>
          <p:spPr>
            <a:xfrm>
              <a:off x="650099" y="315851"/>
              <a:ext cx="78173" cy="70518"/>
            </a:xfrm>
            <a:custGeom>
              <a:avLst/>
              <a:gdLst/>
              <a:ahLst/>
              <a:cxnLst/>
              <a:rect l="l" t="t" r="r" b="b"/>
              <a:pathLst>
                <a:path w="817" h="737" extrusionOk="0">
                  <a:moveTo>
                    <a:pt x="372" y="0"/>
                  </a:moveTo>
                  <a:cubicBezTo>
                    <a:pt x="166" y="0"/>
                    <a:pt x="1" y="173"/>
                    <a:pt x="7" y="382"/>
                  </a:cubicBezTo>
                  <a:cubicBezTo>
                    <a:pt x="10" y="578"/>
                    <a:pt x="179" y="737"/>
                    <a:pt x="374" y="737"/>
                  </a:cubicBezTo>
                  <a:cubicBezTo>
                    <a:pt x="380" y="737"/>
                    <a:pt x="386" y="737"/>
                    <a:pt x="392" y="736"/>
                  </a:cubicBezTo>
                  <a:cubicBezTo>
                    <a:pt x="637" y="730"/>
                    <a:pt x="816" y="481"/>
                    <a:pt x="717" y="223"/>
                  </a:cubicBezTo>
                  <a:cubicBezTo>
                    <a:pt x="664" y="87"/>
                    <a:pt x="521" y="0"/>
                    <a:pt x="37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Google Shape;772;p24"/>
            <p:cNvSpPr/>
            <p:nvPr/>
          </p:nvSpPr>
          <p:spPr>
            <a:xfrm>
              <a:off x="266600" y="438700"/>
              <a:ext cx="8615262" cy="70530"/>
            </a:xfrm>
            <a:custGeom>
              <a:avLst/>
              <a:gdLst/>
              <a:ahLst/>
              <a:cxnLst/>
              <a:rect l="l" t="t" r="r" b="b"/>
              <a:pathLst>
                <a:path w="75005" h="4351" extrusionOk="0">
                  <a:moveTo>
                    <a:pt x="1" y="1"/>
                  </a:moveTo>
                  <a:lnTo>
                    <a:pt x="1" y="4350"/>
                  </a:lnTo>
                  <a:lnTo>
                    <a:pt x="75004" y="4350"/>
                  </a:lnTo>
                  <a:lnTo>
                    <a:pt x="7500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Google Shape;773;p24"/>
            <p:cNvSpPr/>
            <p:nvPr/>
          </p:nvSpPr>
          <p:spPr>
            <a:xfrm>
              <a:off x="8754900" y="438701"/>
              <a:ext cx="126951" cy="4256684"/>
            </a:xfrm>
            <a:custGeom>
              <a:avLst/>
              <a:gdLst/>
              <a:ahLst/>
              <a:cxnLst/>
              <a:rect l="l" t="t" r="r" b="b"/>
              <a:pathLst>
                <a:path w="1327" h="41316" extrusionOk="0">
                  <a:moveTo>
                    <a:pt x="0" y="0"/>
                  </a:moveTo>
                  <a:lnTo>
                    <a:pt x="0" y="41316"/>
                  </a:lnTo>
                  <a:lnTo>
                    <a:pt x="1326" y="41316"/>
                  </a:lnTo>
                  <a:lnTo>
                    <a:pt x="132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774;p24"/>
            <p:cNvSpPr/>
            <p:nvPr/>
          </p:nvSpPr>
          <p:spPr>
            <a:xfrm>
              <a:off x="8786145" y="463831"/>
              <a:ext cx="67648" cy="1490638"/>
            </a:xfrm>
            <a:custGeom>
              <a:avLst/>
              <a:gdLst/>
              <a:ahLst/>
              <a:cxnLst/>
              <a:rect l="l" t="t" r="r" b="b"/>
              <a:pathLst>
                <a:path w="707" h="15579" extrusionOk="0">
                  <a:moveTo>
                    <a:pt x="355" y="0"/>
                  </a:moveTo>
                  <a:cubicBezTo>
                    <a:pt x="160" y="0"/>
                    <a:pt x="1" y="153"/>
                    <a:pt x="1" y="345"/>
                  </a:cubicBezTo>
                  <a:lnTo>
                    <a:pt x="1" y="15233"/>
                  </a:lnTo>
                  <a:cubicBezTo>
                    <a:pt x="1" y="15426"/>
                    <a:pt x="160" y="15578"/>
                    <a:pt x="355" y="15578"/>
                  </a:cubicBezTo>
                  <a:cubicBezTo>
                    <a:pt x="548" y="15578"/>
                    <a:pt x="707" y="15426"/>
                    <a:pt x="707" y="15233"/>
                  </a:cubicBezTo>
                  <a:lnTo>
                    <a:pt x="707" y="345"/>
                  </a:lnTo>
                  <a:cubicBezTo>
                    <a:pt x="707" y="153"/>
                    <a:pt x="548" y="0"/>
                    <a:pt x="35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Google Shape;775;p24"/>
            <p:cNvSpPr/>
            <p:nvPr/>
          </p:nvSpPr>
          <p:spPr>
            <a:xfrm>
              <a:off x="266600" y="4659400"/>
              <a:ext cx="8615285" cy="218077"/>
            </a:xfrm>
            <a:custGeom>
              <a:avLst/>
              <a:gdLst/>
              <a:ahLst/>
              <a:cxnLst/>
              <a:rect l="l" t="t" r="r" b="b"/>
              <a:pathLst>
                <a:path w="73679" h="5845" extrusionOk="0">
                  <a:moveTo>
                    <a:pt x="1" y="0"/>
                  </a:moveTo>
                  <a:lnTo>
                    <a:pt x="1" y="5845"/>
                  </a:lnTo>
                  <a:lnTo>
                    <a:pt x="73678" y="5845"/>
                  </a:lnTo>
                  <a:lnTo>
                    <a:pt x="7367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776;p24"/>
            <p:cNvSpPr/>
            <p:nvPr/>
          </p:nvSpPr>
          <p:spPr>
            <a:xfrm>
              <a:off x="8754902" y="4715245"/>
              <a:ext cx="50949" cy="104677"/>
            </a:xfrm>
            <a:custGeom>
              <a:avLst/>
              <a:gdLst/>
              <a:ahLst/>
              <a:cxnLst/>
              <a:rect l="l" t="t" r="r" b="b"/>
              <a:pathLst>
                <a:path w="869" h="1785" extrusionOk="0">
                  <a:moveTo>
                    <a:pt x="0" y="1"/>
                  </a:moveTo>
                  <a:lnTo>
                    <a:pt x="0" y="1784"/>
                  </a:lnTo>
                  <a:lnTo>
                    <a:pt x="869" y="95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24"/>
            <p:cNvSpPr/>
            <p:nvPr/>
          </p:nvSpPr>
          <p:spPr>
            <a:xfrm rot="10800000">
              <a:off x="317427" y="4715245"/>
              <a:ext cx="50949" cy="104677"/>
            </a:xfrm>
            <a:custGeom>
              <a:avLst/>
              <a:gdLst/>
              <a:ahLst/>
              <a:cxnLst/>
              <a:rect l="l" t="t" r="r" b="b"/>
              <a:pathLst>
                <a:path w="869" h="1785" extrusionOk="0">
                  <a:moveTo>
                    <a:pt x="0" y="1"/>
                  </a:moveTo>
                  <a:lnTo>
                    <a:pt x="0" y="1784"/>
                  </a:lnTo>
                  <a:lnTo>
                    <a:pt x="869" y="95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24"/>
            <p:cNvSpPr/>
            <p:nvPr/>
          </p:nvSpPr>
          <p:spPr>
            <a:xfrm>
              <a:off x="268700" y="258700"/>
              <a:ext cx="8615400" cy="46173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79" name="Google Shape;779;p24"/>
          <p:cNvGrpSpPr/>
          <p:nvPr/>
        </p:nvGrpSpPr>
        <p:grpSpPr>
          <a:xfrm>
            <a:off x="-295331" y="650453"/>
            <a:ext cx="908584" cy="908582"/>
            <a:chOff x="5229219" y="135375"/>
            <a:chExt cx="330406" cy="330406"/>
          </a:xfrm>
        </p:grpSpPr>
        <p:sp>
          <p:nvSpPr>
            <p:cNvPr id="780" name="Google Shape;780;p24"/>
            <p:cNvSpPr/>
            <p:nvPr/>
          </p:nvSpPr>
          <p:spPr>
            <a:xfrm>
              <a:off x="5534850" y="445150"/>
              <a:ext cx="4098" cy="3960"/>
            </a:xfrm>
            <a:custGeom>
              <a:avLst/>
              <a:gdLst/>
              <a:ahLst/>
              <a:cxnLst/>
              <a:rect l="l" t="t" r="r" b="b"/>
              <a:pathLst>
                <a:path w="89" h="86" extrusionOk="0">
                  <a:moveTo>
                    <a:pt x="0" y="1"/>
                  </a:moveTo>
                  <a:lnTo>
                    <a:pt x="0" y="86"/>
                  </a:lnTo>
                  <a:lnTo>
                    <a:pt x="88" y="86"/>
                  </a:lnTo>
                  <a:lnTo>
                    <a:pt x="88" y="1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24"/>
            <p:cNvSpPr/>
            <p:nvPr/>
          </p:nvSpPr>
          <p:spPr>
            <a:xfrm>
              <a:off x="5257908" y="444874"/>
              <a:ext cx="268425" cy="4237"/>
            </a:xfrm>
            <a:custGeom>
              <a:avLst/>
              <a:gdLst/>
              <a:ahLst/>
              <a:cxnLst/>
              <a:rect l="l" t="t" r="r" b="b"/>
              <a:pathLst>
                <a:path w="5829" h="92" extrusionOk="0">
                  <a:moveTo>
                    <a:pt x="0" y="1"/>
                  </a:moveTo>
                  <a:lnTo>
                    <a:pt x="0" y="92"/>
                  </a:lnTo>
                  <a:lnTo>
                    <a:pt x="183" y="92"/>
                  </a:lnTo>
                  <a:lnTo>
                    <a:pt x="183" y="1"/>
                  </a:lnTo>
                  <a:close/>
                  <a:moveTo>
                    <a:pt x="359" y="1"/>
                  </a:moveTo>
                  <a:lnTo>
                    <a:pt x="359" y="92"/>
                  </a:lnTo>
                  <a:lnTo>
                    <a:pt x="541" y="92"/>
                  </a:lnTo>
                  <a:lnTo>
                    <a:pt x="541" y="1"/>
                  </a:lnTo>
                  <a:close/>
                  <a:moveTo>
                    <a:pt x="721" y="1"/>
                  </a:moveTo>
                  <a:lnTo>
                    <a:pt x="721" y="92"/>
                  </a:lnTo>
                  <a:lnTo>
                    <a:pt x="903" y="92"/>
                  </a:lnTo>
                  <a:lnTo>
                    <a:pt x="903" y="1"/>
                  </a:lnTo>
                  <a:close/>
                  <a:moveTo>
                    <a:pt x="1079" y="1"/>
                  </a:moveTo>
                  <a:lnTo>
                    <a:pt x="1079" y="92"/>
                  </a:lnTo>
                  <a:lnTo>
                    <a:pt x="1258" y="92"/>
                  </a:lnTo>
                  <a:lnTo>
                    <a:pt x="1258" y="1"/>
                  </a:lnTo>
                  <a:close/>
                  <a:moveTo>
                    <a:pt x="1438" y="1"/>
                  </a:moveTo>
                  <a:lnTo>
                    <a:pt x="1438" y="92"/>
                  </a:lnTo>
                  <a:lnTo>
                    <a:pt x="1617" y="92"/>
                  </a:lnTo>
                  <a:lnTo>
                    <a:pt x="1617" y="1"/>
                  </a:lnTo>
                  <a:close/>
                  <a:moveTo>
                    <a:pt x="1799" y="1"/>
                  </a:moveTo>
                  <a:lnTo>
                    <a:pt x="1799" y="92"/>
                  </a:lnTo>
                  <a:lnTo>
                    <a:pt x="1972" y="92"/>
                  </a:lnTo>
                  <a:lnTo>
                    <a:pt x="1972" y="1"/>
                  </a:lnTo>
                  <a:close/>
                  <a:moveTo>
                    <a:pt x="2155" y="1"/>
                  </a:moveTo>
                  <a:lnTo>
                    <a:pt x="2155" y="92"/>
                  </a:lnTo>
                  <a:lnTo>
                    <a:pt x="2328" y="92"/>
                  </a:lnTo>
                  <a:lnTo>
                    <a:pt x="2328" y="1"/>
                  </a:lnTo>
                  <a:close/>
                  <a:moveTo>
                    <a:pt x="2513" y="1"/>
                  </a:moveTo>
                  <a:lnTo>
                    <a:pt x="2513" y="92"/>
                  </a:lnTo>
                  <a:lnTo>
                    <a:pt x="2696" y="92"/>
                  </a:lnTo>
                  <a:lnTo>
                    <a:pt x="2696" y="1"/>
                  </a:lnTo>
                  <a:close/>
                  <a:moveTo>
                    <a:pt x="2872" y="1"/>
                  </a:moveTo>
                  <a:lnTo>
                    <a:pt x="2872" y="92"/>
                  </a:lnTo>
                  <a:lnTo>
                    <a:pt x="3051" y="92"/>
                  </a:lnTo>
                  <a:lnTo>
                    <a:pt x="3051" y="1"/>
                  </a:lnTo>
                  <a:close/>
                  <a:moveTo>
                    <a:pt x="3234" y="1"/>
                  </a:moveTo>
                  <a:lnTo>
                    <a:pt x="3234" y="92"/>
                  </a:lnTo>
                  <a:lnTo>
                    <a:pt x="3413" y="92"/>
                  </a:lnTo>
                  <a:lnTo>
                    <a:pt x="3413" y="1"/>
                  </a:lnTo>
                  <a:close/>
                  <a:moveTo>
                    <a:pt x="3501" y="1"/>
                  </a:moveTo>
                  <a:lnTo>
                    <a:pt x="3501" y="92"/>
                  </a:lnTo>
                  <a:lnTo>
                    <a:pt x="3680" y="92"/>
                  </a:lnTo>
                  <a:lnTo>
                    <a:pt x="3680" y="1"/>
                  </a:lnTo>
                  <a:close/>
                  <a:moveTo>
                    <a:pt x="3860" y="1"/>
                  </a:moveTo>
                  <a:lnTo>
                    <a:pt x="3860" y="92"/>
                  </a:lnTo>
                  <a:lnTo>
                    <a:pt x="4039" y="92"/>
                  </a:lnTo>
                  <a:lnTo>
                    <a:pt x="4039" y="1"/>
                  </a:lnTo>
                  <a:close/>
                  <a:moveTo>
                    <a:pt x="4221" y="1"/>
                  </a:moveTo>
                  <a:lnTo>
                    <a:pt x="4221" y="92"/>
                  </a:lnTo>
                  <a:lnTo>
                    <a:pt x="4401" y="92"/>
                  </a:lnTo>
                  <a:lnTo>
                    <a:pt x="4401" y="1"/>
                  </a:lnTo>
                  <a:close/>
                  <a:moveTo>
                    <a:pt x="4577" y="1"/>
                  </a:moveTo>
                  <a:lnTo>
                    <a:pt x="4577" y="92"/>
                  </a:lnTo>
                  <a:lnTo>
                    <a:pt x="4759" y="92"/>
                  </a:lnTo>
                  <a:lnTo>
                    <a:pt x="4759" y="1"/>
                  </a:lnTo>
                  <a:close/>
                  <a:moveTo>
                    <a:pt x="4935" y="1"/>
                  </a:moveTo>
                  <a:lnTo>
                    <a:pt x="4935" y="92"/>
                  </a:lnTo>
                  <a:lnTo>
                    <a:pt x="5118" y="92"/>
                  </a:lnTo>
                  <a:lnTo>
                    <a:pt x="5118" y="1"/>
                  </a:lnTo>
                  <a:close/>
                  <a:moveTo>
                    <a:pt x="5297" y="1"/>
                  </a:moveTo>
                  <a:lnTo>
                    <a:pt x="5297" y="92"/>
                  </a:lnTo>
                  <a:lnTo>
                    <a:pt x="5470" y="92"/>
                  </a:lnTo>
                  <a:lnTo>
                    <a:pt x="5470" y="1"/>
                  </a:lnTo>
                  <a:close/>
                  <a:moveTo>
                    <a:pt x="5655" y="1"/>
                  </a:moveTo>
                  <a:lnTo>
                    <a:pt x="5655" y="92"/>
                  </a:lnTo>
                  <a:lnTo>
                    <a:pt x="5828" y="92"/>
                  </a:lnTo>
                  <a:lnTo>
                    <a:pt x="582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782;p24"/>
            <p:cNvSpPr/>
            <p:nvPr/>
          </p:nvSpPr>
          <p:spPr>
            <a:xfrm>
              <a:off x="5245613" y="445150"/>
              <a:ext cx="4237" cy="3960"/>
            </a:xfrm>
            <a:custGeom>
              <a:avLst/>
              <a:gdLst/>
              <a:ahLst/>
              <a:cxnLst/>
              <a:rect l="l" t="t" r="r" b="b"/>
              <a:pathLst>
                <a:path w="92" h="86" extrusionOk="0">
                  <a:moveTo>
                    <a:pt x="0" y="1"/>
                  </a:moveTo>
                  <a:lnTo>
                    <a:pt x="0" y="86"/>
                  </a:lnTo>
                  <a:lnTo>
                    <a:pt x="91" y="86"/>
                  </a:lnTo>
                  <a:lnTo>
                    <a:pt x="91" y="1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783;p24"/>
            <p:cNvSpPr/>
            <p:nvPr/>
          </p:nvSpPr>
          <p:spPr>
            <a:xfrm>
              <a:off x="5245613" y="168254"/>
              <a:ext cx="4237" cy="264373"/>
            </a:xfrm>
            <a:custGeom>
              <a:avLst/>
              <a:gdLst/>
              <a:ahLst/>
              <a:cxnLst/>
              <a:rect l="l" t="t" r="r" b="b"/>
              <a:pathLst>
                <a:path w="92" h="5741" extrusionOk="0">
                  <a:moveTo>
                    <a:pt x="0" y="0"/>
                  </a:moveTo>
                  <a:lnTo>
                    <a:pt x="0" y="183"/>
                  </a:lnTo>
                  <a:lnTo>
                    <a:pt x="91" y="183"/>
                  </a:lnTo>
                  <a:lnTo>
                    <a:pt x="91" y="0"/>
                  </a:lnTo>
                  <a:close/>
                  <a:moveTo>
                    <a:pt x="0" y="359"/>
                  </a:moveTo>
                  <a:lnTo>
                    <a:pt x="0" y="541"/>
                  </a:lnTo>
                  <a:lnTo>
                    <a:pt x="91" y="541"/>
                  </a:lnTo>
                  <a:lnTo>
                    <a:pt x="91" y="359"/>
                  </a:lnTo>
                  <a:close/>
                  <a:moveTo>
                    <a:pt x="0" y="717"/>
                  </a:moveTo>
                  <a:lnTo>
                    <a:pt x="0" y="897"/>
                  </a:lnTo>
                  <a:lnTo>
                    <a:pt x="91" y="897"/>
                  </a:lnTo>
                  <a:lnTo>
                    <a:pt x="91" y="717"/>
                  </a:lnTo>
                  <a:close/>
                  <a:moveTo>
                    <a:pt x="0" y="1076"/>
                  </a:moveTo>
                  <a:lnTo>
                    <a:pt x="0" y="1255"/>
                  </a:lnTo>
                  <a:lnTo>
                    <a:pt x="91" y="1255"/>
                  </a:lnTo>
                  <a:lnTo>
                    <a:pt x="91" y="1076"/>
                  </a:lnTo>
                  <a:close/>
                  <a:moveTo>
                    <a:pt x="0" y="1438"/>
                  </a:moveTo>
                  <a:lnTo>
                    <a:pt x="0" y="1617"/>
                  </a:lnTo>
                  <a:lnTo>
                    <a:pt x="91" y="1617"/>
                  </a:lnTo>
                  <a:lnTo>
                    <a:pt x="91" y="1438"/>
                  </a:lnTo>
                  <a:close/>
                  <a:moveTo>
                    <a:pt x="0" y="1705"/>
                  </a:moveTo>
                  <a:lnTo>
                    <a:pt x="0" y="1884"/>
                  </a:lnTo>
                  <a:lnTo>
                    <a:pt x="91" y="1884"/>
                  </a:lnTo>
                  <a:lnTo>
                    <a:pt x="91" y="1705"/>
                  </a:lnTo>
                  <a:close/>
                  <a:moveTo>
                    <a:pt x="0" y="2060"/>
                  </a:moveTo>
                  <a:lnTo>
                    <a:pt x="0" y="2243"/>
                  </a:lnTo>
                  <a:lnTo>
                    <a:pt x="91" y="2243"/>
                  </a:lnTo>
                  <a:lnTo>
                    <a:pt x="91" y="2060"/>
                  </a:lnTo>
                  <a:close/>
                  <a:moveTo>
                    <a:pt x="0" y="2422"/>
                  </a:moveTo>
                  <a:lnTo>
                    <a:pt x="0" y="2605"/>
                  </a:lnTo>
                  <a:lnTo>
                    <a:pt x="91" y="2605"/>
                  </a:lnTo>
                  <a:lnTo>
                    <a:pt x="91" y="2422"/>
                  </a:lnTo>
                  <a:close/>
                  <a:moveTo>
                    <a:pt x="0" y="2781"/>
                  </a:moveTo>
                  <a:lnTo>
                    <a:pt x="0" y="2963"/>
                  </a:lnTo>
                  <a:lnTo>
                    <a:pt x="91" y="2963"/>
                  </a:lnTo>
                  <a:lnTo>
                    <a:pt x="91" y="2781"/>
                  </a:lnTo>
                  <a:close/>
                  <a:moveTo>
                    <a:pt x="0" y="3139"/>
                  </a:moveTo>
                  <a:lnTo>
                    <a:pt x="0" y="3319"/>
                  </a:lnTo>
                  <a:lnTo>
                    <a:pt x="91" y="3319"/>
                  </a:lnTo>
                  <a:lnTo>
                    <a:pt x="91" y="3139"/>
                  </a:lnTo>
                  <a:close/>
                  <a:moveTo>
                    <a:pt x="0" y="3498"/>
                  </a:moveTo>
                  <a:lnTo>
                    <a:pt x="0" y="3677"/>
                  </a:lnTo>
                  <a:lnTo>
                    <a:pt x="91" y="3677"/>
                  </a:lnTo>
                  <a:lnTo>
                    <a:pt x="91" y="3498"/>
                  </a:lnTo>
                  <a:close/>
                  <a:moveTo>
                    <a:pt x="0" y="3859"/>
                  </a:moveTo>
                  <a:lnTo>
                    <a:pt x="0" y="4039"/>
                  </a:lnTo>
                  <a:lnTo>
                    <a:pt x="91" y="4039"/>
                  </a:lnTo>
                  <a:lnTo>
                    <a:pt x="91" y="3859"/>
                  </a:lnTo>
                  <a:close/>
                  <a:moveTo>
                    <a:pt x="0" y="4215"/>
                  </a:moveTo>
                  <a:lnTo>
                    <a:pt x="0" y="4397"/>
                  </a:lnTo>
                  <a:lnTo>
                    <a:pt x="91" y="4397"/>
                  </a:lnTo>
                  <a:lnTo>
                    <a:pt x="91" y="4215"/>
                  </a:lnTo>
                  <a:close/>
                  <a:moveTo>
                    <a:pt x="0" y="4573"/>
                  </a:moveTo>
                  <a:lnTo>
                    <a:pt x="0" y="4756"/>
                  </a:lnTo>
                  <a:lnTo>
                    <a:pt x="91" y="4756"/>
                  </a:lnTo>
                  <a:lnTo>
                    <a:pt x="91" y="4573"/>
                  </a:lnTo>
                  <a:close/>
                  <a:moveTo>
                    <a:pt x="0" y="4932"/>
                  </a:moveTo>
                  <a:lnTo>
                    <a:pt x="0" y="5111"/>
                  </a:lnTo>
                  <a:lnTo>
                    <a:pt x="91" y="5111"/>
                  </a:lnTo>
                  <a:lnTo>
                    <a:pt x="91" y="4932"/>
                  </a:lnTo>
                  <a:close/>
                  <a:moveTo>
                    <a:pt x="0" y="5203"/>
                  </a:moveTo>
                  <a:lnTo>
                    <a:pt x="0" y="5385"/>
                  </a:lnTo>
                  <a:lnTo>
                    <a:pt x="91" y="5385"/>
                  </a:lnTo>
                  <a:lnTo>
                    <a:pt x="91" y="5203"/>
                  </a:lnTo>
                  <a:close/>
                  <a:moveTo>
                    <a:pt x="0" y="5561"/>
                  </a:moveTo>
                  <a:lnTo>
                    <a:pt x="0" y="5740"/>
                  </a:lnTo>
                  <a:lnTo>
                    <a:pt x="91" y="5740"/>
                  </a:lnTo>
                  <a:lnTo>
                    <a:pt x="91" y="556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24"/>
            <p:cNvSpPr/>
            <p:nvPr/>
          </p:nvSpPr>
          <p:spPr>
            <a:xfrm>
              <a:off x="5245613" y="155775"/>
              <a:ext cx="4237" cy="4283"/>
            </a:xfrm>
            <a:custGeom>
              <a:avLst/>
              <a:gdLst/>
              <a:ahLst/>
              <a:cxnLst/>
              <a:rect l="l" t="t" r="r" b="b"/>
              <a:pathLst>
                <a:path w="92" h="93" extrusionOk="0">
                  <a:moveTo>
                    <a:pt x="0" y="1"/>
                  </a:moveTo>
                  <a:lnTo>
                    <a:pt x="0" y="92"/>
                  </a:lnTo>
                  <a:lnTo>
                    <a:pt x="91" y="92"/>
                  </a:lnTo>
                  <a:lnTo>
                    <a:pt x="91" y="1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24"/>
            <p:cNvSpPr/>
            <p:nvPr/>
          </p:nvSpPr>
          <p:spPr>
            <a:xfrm>
              <a:off x="5257908" y="155775"/>
              <a:ext cx="268425" cy="4283"/>
            </a:xfrm>
            <a:custGeom>
              <a:avLst/>
              <a:gdLst/>
              <a:ahLst/>
              <a:cxnLst/>
              <a:rect l="l" t="t" r="r" b="b"/>
              <a:pathLst>
                <a:path w="5829" h="93" extrusionOk="0">
                  <a:moveTo>
                    <a:pt x="0" y="1"/>
                  </a:moveTo>
                  <a:lnTo>
                    <a:pt x="0" y="92"/>
                  </a:lnTo>
                  <a:lnTo>
                    <a:pt x="183" y="92"/>
                  </a:lnTo>
                  <a:lnTo>
                    <a:pt x="183" y="1"/>
                  </a:lnTo>
                  <a:close/>
                  <a:moveTo>
                    <a:pt x="359" y="1"/>
                  </a:moveTo>
                  <a:lnTo>
                    <a:pt x="359" y="92"/>
                  </a:lnTo>
                  <a:lnTo>
                    <a:pt x="541" y="92"/>
                  </a:lnTo>
                  <a:lnTo>
                    <a:pt x="541" y="1"/>
                  </a:lnTo>
                  <a:close/>
                  <a:moveTo>
                    <a:pt x="721" y="1"/>
                  </a:moveTo>
                  <a:lnTo>
                    <a:pt x="721" y="92"/>
                  </a:lnTo>
                  <a:lnTo>
                    <a:pt x="903" y="92"/>
                  </a:lnTo>
                  <a:lnTo>
                    <a:pt x="903" y="1"/>
                  </a:lnTo>
                  <a:close/>
                  <a:moveTo>
                    <a:pt x="1079" y="1"/>
                  </a:moveTo>
                  <a:lnTo>
                    <a:pt x="1079" y="92"/>
                  </a:lnTo>
                  <a:lnTo>
                    <a:pt x="1258" y="92"/>
                  </a:lnTo>
                  <a:lnTo>
                    <a:pt x="1258" y="1"/>
                  </a:lnTo>
                  <a:close/>
                  <a:moveTo>
                    <a:pt x="1438" y="1"/>
                  </a:moveTo>
                  <a:lnTo>
                    <a:pt x="1438" y="92"/>
                  </a:lnTo>
                  <a:lnTo>
                    <a:pt x="1617" y="92"/>
                  </a:lnTo>
                  <a:lnTo>
                    <a:pt x="1617" y="1"/>
                  </a:lnTo>
                  <a:close/>
                  <a:moveTo>
                    <a:pt x="1799" y="1"/>
                  </a:moveTo>
                  <a:lnTo>
                    <a:pt x="1799" y="92"/>
                  </a:lnTo>
                  <a:lnTo>
                    <a:pt x="1972" y="92"/>
                  </a:lnTo>
                  <a:lnTo>
                    <a:pt x="1972" y="1"/>
                  </a:lnTo>
                  <a:close/>
                  <a:moveTo>
                    <a:pt x="2155" y="1"/>
                  </a:moveTo>
                  <a:lnTo>
                    <a:pt x="2155" y="92"/>
                  </a:lnTo>
                  <a:lnTo>
                    <a:pt x="2328" y="92"/>
                  </a:lnTo>
                  <a:lnTo>
                    <a:pt x="2328" y="1"/>
                  </a:lnTo>
                  <a:close/>
                  <a:moveTo>
                    <a:pt x="2513" y="1"/>
                  </a:moveTo>
                  <a:lnTo>
                    <a:pt x="2513" y="92"/>
                  </a:lnTo>
                  <a:lnTo>
                    <a:pt x="2696" y="92"/>
                  </a:lnTo>
                  <a:lnTo>
                    <a:pt x="2696" y="1"/>
                  </a:lnTo>
                  <a:close/>
                  <a:moveTo>
                    <a:pt x="2872" y="1"/>
                  </a:moveTo>
                  <a:lnTo>
                    <a:pt x="2872" y="92"/>
                  </a:lnTo>
                  <a:lnTo>
                    <a:pt x="3051" y="92"/>
                  </a:lnTo>
                  <a:lnTo>
                    <a:pt x="3051" y="1"/>
                  </a:lnTo>
                  <a:close/>
                  <a:moveTo>
                    <a:pt x="3234" y="1"/>
                  </a:moveTo>
                  <a:lnTo>
                    <a:pt x="3234" y="92"/>
                  </a:lnTo>
                  <a:lnTo>
                    <a:pt x="3413" y="92"/>
                  </a:lnTo>
                  <a:lnTo>
                    <a:pt x="3413" y="1"/>
                  </a:lnTo>
                  <a:close/>
                  <a:moveTo>
                    <a:pt x="3501" y="1"/>
                  </a:moveTo>
                  <a:lnTo>
                    <a:pt x="3501" y="92"/>
                  </a:lnTo>
                  <a:lnTo>
                    <a:pt x="3680" y="92"/>
                  </a:lnTo>
                  <a:lnTo>
                    <a:pt x="3680" y="1"/>
                  </a:lnTo>
                  <a:close/>
                  <a:moveTo>
                    <a:pt x="3860" y="1"/>
                  </a:moveTo>
                  <a:lnTo>
                    <a:pt x="3860" y="92"/>
                  </a:lnTo>
                  <a:lnTo>
                    <a:pt x="4039" y="92"/>
                  </a:lnTo>
                  <a:lnTo>
                    <a:pt x="4039" y="1"/>
                  </a:lnTo>
                  <a:close/>
                  <a:moveTo>
                    <a:pt x="4221" y="1"/>
                  </a:moveTo>
                  <a:lnTo>
                    <a:pt x="4221" y="92"/>
                  </a:lnTo>
                  <a:lnTo>
                    <a:pt x="4401" y="92"/>
                  </a:lnTo>
                  <a:lnTo>
                    <a:pt x="4401" y="1"/>
                  </a:lnTo>
                  <a:close/>
                  <a:moveTo>
                    <a:pt x="4577" y="1"/>
                  </a:moveTo>
                  <a:lnTo>
                    <a:pt x="4577" y="92"/>
                  </a:lnTo>
                  <a:lnTo>
                    <a:pt x="4759" y="92"/>
                  </a:lnTo>
                  <a:lnTo>
                    <a:pt x="4759" y="1"/>
                  </a:lnTo>
                  <a:close/>
                  <a:moveTo>
                    <a:pt x="4935" y="1"/>
                  </a:moveTo>
                  <a:lnTo>
                    <a:pt x="4935" y="92"/>
                  </a:lnTo>
                  <a:lnTo>
                    <a:pt x="5118" y="92"/>
                  </a:lnTo>
                  <a:lnTo>
                    <a:pt x="5118" y="1"/>
                  </a:lnTo>
                  <a:close/>
                  <a:moveTo>
                    <a:pt x="5297" y="1"/>
                  </a:moveTo>
                  <a:lnTo>
                    <a:pt x="5297" y="92"/>
                  </a:lnTo>
                  <a:lnTo>
                    <a:pt x="5470" y="92"/>
                  </a:lnTo>
                  <a:lnTo>
                    <a:pt x="5470" y="1"/>
                  </a:lnTo>
                  <a:close/>
                  <a:moveTo>
                    <a:pt x="5655" y="1"/>
                  </a:moveTo>
                  <a:lnTo>
                    <a:pt x="5655" y="92"/>
                  </a:lnTo>
                  <a:lnTo>
                    <a:pt x="5828" y="92"/>
                  </a:lnTo>
                  <a:lnTo>
                    <a:pt x="582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24"/>
            <p:cNvSpPr/>
            <p:nvPr/>
          </p:nvSpPr>
          <p:spPr>
            <a:xfrm>
              <a:off x="5534850" y="155775"/>
              <a:ext cx="4098" cy="4283"/>
            </a:xfrm>
            <a:custGeom>
              <a:avLst/>
              <a:gdLst/>
              <a:ahLst/>
              <a:cxnLst/>
              <a:rect l="l" t="t" r="r" b="b"/>
              <a:pathLst>
                <a:path w="89" h="93" extrusionOk="0">
                  <a:moveTo>
                    <a:pt x="0" y="1"/>
                  </a:moveTo>
                  <a:lnTo>
                    <a:pt x="0" y="92"/>
                  </a:lnTo>
                  <a:lnTo>
                    <a:pt x="88" y="92"/>
                  </a:lnTo>
                  <a:lnTo>
                    <a:pt x="88" y="1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24"/>
            <p:cNvSpPr/>
            <p:nvPr/>
          </p:nvSpPr>
          <p:spPr>
            <a:xfrm>
              <a:off x="5534850" y="168254"/>
              <a:ext cx="4098" cy="264373"/>
            </a:xfrm>
            <a:custGeom>
              <a:avLst/>
              <a:gdLst/>
              <a:ahLst/>
              <a:cxnLst/>
              <a:rect l="l" t="t" r="r" b="b"/>
              <a:pathLst>
                <a:path w="89" h="5741" extrusionOk="0">
                  <a:moveTo>
                    <a:pt x="0" y="0"/>
                  </a:moveTo>
                  <a:lnTo>
                    <a:pt x="0" y="183"/>
                  </a:lnTo>
                  <a:lnTo>
                    <a:pt x="88" y="183"/>
                  </a:lnTo>
                  <a:lnTo>
                    <a:pt x="88" y="0"/>
                  </a:lnTo>
                  <a:close/>
                  <a:moveTo>
                    <a:pt x="0" y="359"/>
                  </a:moveTo>
                  <a:lnTo>
                    <a:pt x="0" y="541"/>
                  </a:lnTo>
                  <a:lnTo>
                    <a:pt x="88" y="541"/>
                  </a:lnTo>
                  <a:lnTo>
                    <a:pt x="88" y="359"/>
                  </a:lnTo>
                  <a:close/>
                  <a:moveTo>
                    <a:pt x="0" y="717"/>
                  </a:moveTo>
                  <a:lnTo>
                    <a:pt x="0" y="897"/>
                  </a:lnTo>
                  <a:lnTo>
                    <a:pt x="88" y="897"/>
                  </a:lnTo>
                  <a:lnTo>
                    <a:pt x="88" y="717"/>
                  </a:lnTo>
                  <a:close/>
                  <a:moveTo>
                    <a:pt x="0" y="1076"/>
                  </a:moveTo>
                  <a:lnTo>
                    <a:pt x="0" y="1255"/>
                  </a:lnTo>
                  <a:lnTo>
                    <a:pt x="88" y="1255"/>
                  </a:lnTo>
                  <a:lnTo>
                    <a:pt x="88" y="1076"/>
                  </a:lnTo>
                  <a:close/>
                  <a:moveTo>
                    <a:pt x="0" y="1438"/>
                  </a:moveTo>
                  <a:lnTo>
                    <a:pt x="0" y="1617"/>
                  </a:lnTo>
                  <a:lnTo>
                    <a:pt x="88" y="1617"/>
                  </a:lnTo>
                  <a:lnTo>
                    <a:pt x="88" y="1438"/>
                  </a:lnTo>
                  <a:close/>
                  <a:moveTo>
                    <a:pt x="0" y="1705"/>
                  </a:moveTo>
                  <a:lnTo>
                    <a:pt x="0" y="1884"/>
                  </a:lnTo>
                  <a:lnTo>
                    <a:pt x="88" y="1884"/>
                  </a:lnTo>
                  <a:lnTo>
                    <a:pt x="88" y="1705"/>
                  </a:lnTo>
                  <a:close/>
                  <a:moveTo>
                    <a:pt x="0" y="2060"/>
                  </a:moveTo>
                  <a:lnTo>
                    <a:pt x="0" y="2243"/>
                  </a:lnTo>
                  <a:lnTo>
                    <a:pt x="88" y="2243"/>
                  </a:lnTo>
                  <a:lnTo>
                    <a:pt x="88" y="2060"/>
                  </a:lnTo>
                  <a:close/>
                  <a:moveTo>
                    <a:pt x="0" y="2422"/>
                  </a:moveTo>
                  <a:lnTo>
                    <a:pt x="0" y="2605"/>
                  </a:lnTo>
                  <a:lnTo>
                    <a:pt x="88" y="2605"/>
                  </a:lnTo>
                  <a:lnTo>
                    <a:pt x="88" y="2422"/>
                  </a:lnTo>
                  <a:close/>
                  <a:moveTo>
                    <a:pt x="0" y="2781"/>
                  </a:moveTo>
                  <a:lnTo>
                    <a:pt x="0" y="2963"/>
                  </a:lnTo>
                  <a:lnTo>
                    <a:pt x="88" y="2963"/>
                  </a:lnTo>
                  <a:lnTo>
                    <a:pt x="88" y="2781"/>
                  </a:lnTo>
                  <a:close/>
                  <a:moveTo>
                    <a:pt x="0" y="3139"/>
                  </a:moveTo>
                  <a:lnTo>
                    <a:pt x="0" y="3319"/>
                  </a:lnTo>
                  <a:lnTo>
                    <a:pt x="88" y="3319"/>
                  </a:lnTo>
                  <a:lnTo>
                    <a:pt x="88" y="3139"/>
                  </a:lnTo>
                  <a:close/>
                  <a:moveTo>
                    <a:pt x="0" y="3498"/>
                  </a:moveTo>
                  <a:lnTo>
                    <a:pt x="0" y="3677"/>
                  </a:lnTo>
                  <a:lnTo>
                    <a:pt x="88" y="3677"/>
                  </a:lnTo>
                  <a:lnTo>
                    <a:pt x="88" y="3498"/>
                  </a:lnTo>
                  <a:close/>
                  <a:moveTo>
                    <a:pt x="0" y="3859"/>
                  </a:moveTo>
                  <a:lnTo>
                    <a:pt x="0" y="4039"/>
                  </a:lnTo>
                  <a:lnTo>
                    <a:pt x="88" y="4039"/>
                  </a:lnTo>
                  <a:lnTo>
                    <a:pt x="88" y="3859"/>
                  </a:lnTo>
                  <a:close/>
                  <a:moveTo>
                    <a:pt x="0" y="4215"/>
                  </a:moveTo>
                  <a:lnTo>
                    <a:pt x="0" y="4397"/>
                  </a:lnTo>
                  <a:lnTo>
                    <a:pt x="88" y="4397"/>
                  </a:lnTo>
                  <a:lnTo>
                    <a:pt x="88" y="4215"/>
                  </a:lnTo>
                  <a:close/>
                  <a:moveTo>
                    <a:pt x="0" y="4573"/>
                  </a:moveTo>
                  <a:lnTo>
                    <a:pt x="0" y="4756"/>
                  </a:lnTo>
                  <a:lnTo>
                    <a:pt x="88" y="4756"/>
                  </a:lnTo>
                  <a:lnTo>
                    <a:pt x="88" y="4573"/>
                  </a:lnTo>
                  <a:close/>
                  <a:moveTo>
                    <a:pt x="0" y="4932"/>
                  </a:moveTo>
                  <a:lnTo>
                    <a:pt x="0" y="5111"/>
                  </a:lnTo>
                  <a:lnTo>
                    <a:pt x="88" y="5111"/>
                  </a:lnTo>
                  <a:lnTo>
                    <a:pt x="88" y="4932"/>
                  </a:lnTo>
                  <a:close/>
                  <a:moveTo>
                    <a:pt x="0" y="5203"/>
                  </a:moveTo>
                  <a:lnTo>
                    <a:pt x="0" y="5385"/>
                  </a:lnTo>
                  <a:lnTo>
                    <a:pt x="88" y="5385"/>
                  </a:lnTo>
                  <a:lnTo>
                    <a:pt x="88" y="5203"/>
                  </a:lnTo>
                  <a:close/>
                  <a:moveTo>
                    <a:pt x="0" y="5561"/>
                  </a:moveTo>
                  <a:lnTo>
                    <a:pt x="0" y="5740"/>
                  </a:lnTo>
                  <a:lnTo>
                    <a:pt x="88" y="5740"/>
                  </a:lnTo>
                  <a:lnTo>
                    <a:pt x="88" y="556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24"/>
            <p:cNvSpPr/>
            <p:nvPr/>
          </p:nvSpPr>
          <p:spPr>
            <a:xfrm>
              <a:off x="5229219" y="428388"/>
              <a:ext cx="37116" cy="37254"/>
            </a:xfrm>
            <a:custGeom>
              <a:avLst/>
              <a:gdLst/>
              <a:ahLst/>
              <a:cxnLst/>
              <a:rect l="l" t="t" r="r" b="b"/>
              <a:pathLst>
                <a:path w="806" h="809" extrusionOk="0">
                  <a:moveTo>
                    <a:pt x="1" y="0"/>
                  </a:moveTo>
                  <a:lnTo>
                    <a:pt x="1" y="808"/>
                  </a:lnTo>
                  <a:lnTo>
                    <a:pt x="806" y="808"/>
                  </a:lnTo>
                  <a:lnTo>
                    <a:pt x="80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789;p24"/>
            <p:cNvSpPr/>
            <p:nvPr/>
          </p:nvSpPr>
          <p:spPr>
            <a:xfrm>
              <a:off x="5229219" y="424474"/>
              <a:ext cx="41353" cy="41307"/>
            </a:xfrm>
            <a:custGeom>
              <a:avLst/>
              <a:gdLst/>
              <a:ahLst/>
              <a:cxnLst/>
              <a:rect l="l" t="t" r="r" b="b"/>
              <a:pathLst>
                <a:path w="898" h="897" extrusionOk="0">
                  <a:moveTo>
                    <a:pt x="809" y="88"/>
                  </a:moveTo>
                  <a:lnTo>
                    <a:pt x="809" y="805"/>
                  </a:lnTo>
                  <a:lnTo>
                    <a:pt x="89" y="805"/>
                  </a:lnTo>
                  <a:lnTo>
                    <a:pt x="89" y="88"/>
                  </a:lnTo>
                  <a:close/>
                  <a:moveTo>
                    <a:pt x="1" y="0"/>
                  </a:moveTo>
                  <a:lnTo>
                    <a:pt x="1" y="897"/>
                  </a:lnTo>
                  <a:lnTo>
                    <a:pt x="897" y="897"/>
                  </a:lnTo>
                  <a:lnTo>
                    <a:pt x="89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790;p24"/>
            <p:cNvSpPr/>
            <p:nvPr/>
          </p:nvSpPr>
          <p:spPr>
            <a:xfrm>
              <a:off x="5229219" y="283977"/>
              <a:ext cx="37116" cy="37116"/>
            </a:xfrm>
            <a:custGeom>
              <a:avLst/>
              <a:gdLst/>
              <a:ahLst/>
              <a:cxnLst/>
              <a:rect l="l" t="t" r="r" b="b"/>
              <a:pathLst>
                <a:path w="806" h="806" extrusionOk="0">
                  <a:moveTo>
                    <a:pt x="1" y="0"/>
                  </a:moveTo>
                  <a:lnTo>
                    <a:pt x="1" y="806"/>
                  </a:lnTo>
                  <a:lnTo>
                    <a:pt x="806" y="806"/>
                  </a:lnTo>
                  <a:lnTo>
                    <a:pt x="80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791;p24"/>
            <p:cNvSpPr/>
            <p:nvPr/>
          </p:nvSpPr>
          <p:spPr>
            <a:xfrm>
              <a:off x="5229219" y="279786"/>
              <a:ext cx="41353" cy="41307"/>
            </a:xfrm>
            <a:custGeom>
              <a:avLst/>
              <a:gdLst/>
              <a:ahLst/>
              <a:cxnLst/>
              <a:rect l="l" t="t" r="r" b="b"/>
              <a:pathLst>
                <a:path w="898" h="897" extrusionOk="0">
                  <a:moveTo>
                    <a:pt x="809" y="88"/>
                  </a:moveTo>
                  <a:lnTo>
                    <a:pt x="809" y="808"/>
                  </a:lnTo>
                  <a:lnTo>
                    <a:pt x="89" y="808"/>
                  </a:lnTo>
                  <a:lnTo>
                    <a:pt x="89" y="88"/>
                  </a:lnTo>
                  <a:close/>
                  <a:moveTo>
                    <a:pt x="1" y="0"/>
                  </a:moveTo>
                  <a:lnTo>
                    <a:pt x="1" y="897"/>
                  </a:lnTo>
                  <a:lnTo>
                    <a:pt x="897" y="897"/>
                  </a:lnTo>
                  <a:lnTo>
                    <a:pt x="89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792;p24"/>
            <p:cNvSpPr/>
            <p:nvPr/>
          </p:nvSpPr>
          <p:spPr>
            <a:xfrm>
              <a:off x="5229219" y="139289"/>
              <a:ext cx="37116" cy="37254"/>
            </a:xfrm>
            <a:custGeom>
              <a:avLst/>
              <a:gdLst/>
              <a:ahLst/>
              <a:cxnLst/>
              <a:rect l="l" t="t" r="r" b="b"/>
              <a:pathLst>
                <a:path w="806" h="809" extrusionOk="0">
                  <a:moveTo>
                    <a:pt x="1" y="0"/>
                  </a:moveTo>
                  <a:lnTo>
                    <a:pt x="1" y="809"/>
                  </a:lnTo>
                  <a:lnTo>
                    <a:pt x="806" y="809"/>
                  </a:lnTo>
                  <a:lnTo>
                    <a:pt x="80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Google Shape;793;p24"/>
            <p:cNvSpPr/>
            <p:nvPr/>
          </p:nvSpPr>
          <p:spPr>
            <a:xfrm>
              <a:off x="5229219" y="135375"/>
              <a:ext cx="41353" cy="41307"/>
            </a:xfrm>
            <a:custGeom>
              <a:avLst/>
              <a:gdLst/>
              <a:ahLst/>
              <a:cxnLst/>
              <a:rect l="l" t="t" r="r" b="b"/>
              <a:pathLst>
                <a:path w="898" h="897" extrusionOk="0">
                  <a:moveTo>
                    <a:pt x="809" y="85"/>
                  </a:moveTo>
                  <a:lnTo>
                    <a:pt x="809" y="806"/>
                  </a:lnTo>
                  <a:lnTo>
                    <a:pt x="89" y="806"/>
                  </a:lnTo>
                  <a:lnTo>
                    <a:pt x="89" y="85"/>
                  </a:lnTo>
                  <a:close/>
                  <a:moveTo>
                    <a:pt x="1" y="0"/>
                  </a:moveTo>
                  <a:lnTo>
                    <a:pt x="1" y="897"/>
                  </a:lnTo>
                  <a:lnTo>
                    <a:pt x="897" y="897"/>
                  </a:lnTo>
                  <a:lnTo>
                    <a:pt x="89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794;p24"/>
            <p:cNvSpPr/>
            <p:nvPr/>
          </p:nvSpPr>
          <p:spPr>
            <a:xfrm>
              <a:off x="5518319" y="428388"/>
              <a:ext cx="37116" cy="37254"/>
            </a:xfrm>
            <a:custGeom>
              <a:avLst/>
              <a:gdLst/>
              <a:ahLst/>
              <a:cxnLst/>
              <a:rect l="l" t="t" r="r" b="b"/>
              <a:pathLst>
                <a:path w="806" h="809" extrusionOk="0">
                  <a:moveTo>
                    <a:pt x="0" y="0"/>
                  </a:moveTo>
                  <a:lnTo>
                    <a:pt x="0" y="808"/>
                  </a:lnTo>
                  <a:lnTo>
                    <a:pt x="806" y="808"/>
                  </a:lnTo>
                  <a:lnTo>
                    <a:pt x="80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Google Shape;795;p24"/>
            <p:cNvSpPr/>
            <p:nvPr/>
          </p:nvSpPr>
          <p:spPr>
            <a:xfrm>
              <a:off x="5518319" y="424474"/>
              <a:ext cx="41307" cy="41307"/>
            </a:xfrm>
            <a:custGeom>
              <a:avLst/>
              <a:gdLst/>
              <a:ahLst/>
              <a:cxnLst/>
              <a:rect l="l" t="t" r="r" b="b"/>
              <a:pathLst>
                <a:path w="897" h="897" extrusionOk="0">
                  <a:moveTo>
                    <a:pt x="806" y="88"/>
                  </a:moveTo>
                  <a:lnTo>
                    <a:pt x="806" y="805"/>
                  </a:lnTo>
                  <a:lnTo>
                    <a:pt x="85" y="805"/>
                  </a:lnTo>
                  <a:lnTo>
                    <a:pt x="85" y="88"/>
                  </a:lnTo>
                  <a:close/>
                  <a:moveTo>
                    <a:pt x="0" y="0"/>
                  </a:moveTo>
                  <a:lnTo>
                    <a:pt x="0" y="897"/>
                  </a:lnTo>
                  <a:lnTo>
                    <a:pt x="897" y="897"/>
                  </a:lnTo>
                  <a:lnTo>
                    <a:pt x="89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Google Shape;796;p24"/>
            <p:cNvSpPr/>
            <p:nvPr/>
          </p:nvSpPr>
          <p:spPr>
            <a:xfrm>
              <a:off x="5518319" y="283977"/>
              <a:ext cx="37116" cy="37116"/>
            </a:xfrm>
            <a:custGeom>
              <a:avLst/>
              <a:gdLst/>
              <a:ahLst/>
              <a:cxnLst/>
              <a:rect l="l" t="t" r="r" b="b"/>
              <a:pathLst>
                <a:path w="806" h="806" extrusionOk="0">
                  <a:moveTo>
                    <a:pt x="0" y="0"/>
                  </a:moveTo>
                  <a:lnTo>
                    <a:pt x="0" y="806"/>
                  </a:lnTo>
                  <a:lnTo>
                    <a:pt x="806" y="806"/>
                  </a:lnTo>
                  <a:lnTo>
                    <a:pt x="80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24"/>
            <p:cNvSpPr/>
            <p:nvPr/>
          </p:nvSpPr>
          <p:spPr>
            <a:xfrm>
              <a:off x="5518319" y="279786"/>
              <a:ext cx="41307" cy="41307"/>
            </a:xfrm>
            <a:custGeom>
              <a:avLst/>
              <a:gdLst/>
              <a:ahLst/>
              <a:cxnLst/>
              <a:rect l="l" t="t" r="r" b="b"/>
              <a:pathLst>
                <a:path w="897" h="897" extrusionOk="0">
                  <a:moveTo>
                    <a:pt x="806" y="88"/>
                  </a:moveTo>
                  <a:lnTo>
                    <a:pt x="806" y="808"/>
                  </a:lnTo>
                  <a:lnTo>
                    <a:pt x="85" y="808"/>
                  </a:lnTo>
                  <a:lnTo>
                    <a:pt x="85" y="88"/>
                  </a:lnTo>
                  <a:close/>
                  <a:moveTo>
                    <a:pt x="0" y="0"/>
                  </a:moveTo>
                  <a:lnTo>
                    <a:pt x="0" y="897"/>
                  </a:lnTo>
                  <a:lnTo>
                    <a:pt x="897" y="897"/>
                  </a:lnTo>
                  <a:lnTo>
                    <a:pt x="89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24"/>
            <p:cNvSpPr/>
            <p:nvPr/>
          </p:nvSpPr>
          <p:spPr>
            <a:xfrm>
              <a:off x="5518319" y="139289"/>
              <a:ext cx="37116" cy="37254"/>
            </a:xfrm>
            <a:custGeom>
              <a:avLst/>
              <a:gdLst/>
              <a:ahLst/>
              <a:cxnLst/>
              <a:rect l="l" t="t" r="r" b="b"/>
              <a:pathLst>
                <a:path w="806" h="809" extrusionOk="0">
                  <a:moveTo>
                    <a:pt x="0" y="0"/>
                  </a:moveTo>
                  <a:lnTo>
                    <a:pt x="0" y="809"/>
                  </a:lnTo>
                  <a:lnTo>
                    <a:pt x="806" y="809"/>
                  </a:lnTo>
                  <a:lnTo>
                    <a:pt x="80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24"/>
            <p:cNvSpPr/>
            <p:nvPr/>
          </p:nvSpPr>
          <p:spPr>
            <a:xfrm>
              <a:off x="5518319" y="135375"/>
              <a:ext cx="41307" cy="41307"/>
            </a:xfrm>
            <a:custGeom>
              <a:avLst/>
              <a:gdLst/>
              <a:ahLst/>
              <a:cxnLst/>
              <a:rect l="l" t="t" r="r" b="b"/>
              <a:pathLst>
                <a:path w="897" h="897" extrusionOk="0">
                  <a:moveTo>
                    <a:pt x="806" y="85"/>
                  </a:moveTo>
                  <a:lnTo>
                    <a:pt x="806" y="806"/>
                  </a:lnTo>
                  <a:lnTo>
                    <a:pt x="85" y="806"/>
                  </a:lnTo>
                  <a:lnTo>
                    <a:pt x="85" y="85"/>
                  </a:lnTo>
                  <a:close/>
                  <a:moveTo>
                    <a:pt x="0" y="0"/>
                  </a:moveTo>
                  <a:lnTo>
                    <a:pt x="0" y="897"/>
                  </a:lnTo>
                  <a:lnTo>
                    <a:pt x="897" y="897"/>
                  </a:lnTo>
                  <a:lnTo>
                    <a:pt x="89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24"/>
            <p:cNvSpPr/>
            <p:nvPr/>
          </p:nvSpPr>
          <p:spPr>
            <a:xfrm>
              <a:off x="5373631" y="139289"/>
              <a:ext cx="37116" cy="37254"/>
            </a:xfrm>
            <a:custGeom>
              <a:avLst/>
              <a:gdLst/>
              <a:ahLst/>
              <a:cxnLst/>
              <a:rect l="l" t="t" r="r" b="b"/>
              <a:pathLst>
                <a:path w="806" h="809" extrusionOk="0">
                  <a:moveTo>
                    <a:pt x="0" y="0"/>
                  </a:moveTo>
                  <a:lnTo>
                    <a:pt x="0" y="809"/>
                  </a:lnTo>
                  <a:lnTo>
                    <a:pt x="806" y="809"/>
                  </a:lnTo>
                  <a:lnTo>
                    <a:pt x="80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24"/>
            <p:cNvSpPr/>
            <p:nvPr/>
          </p:nvSpPr>
          <p:spPr>
            <a:xfrm>
              <a:off x="5373769" y="135375"/>
              <a:ext cx="41307" cy="41307"/>
            </a:xfrm>
            <a:custGeom>
              <a:avLst/>
              <a:gdLst/>
              <a:ahLst/>
              <a:cxnLst/>
              <a:rect l="l" t="t" r="r" b="b"/>
              <a:pathLst>
                <a:path w="897" h="897" extrusionOk="0">
                  <a:moveTo>
                    <a:pt x="809" y="85"/>
                  </a:moveTo>
                  <a:lnTo>
                    <a:pt x="809" y="806"/>
                  </a:lnTo>
                  <a:lnTo>
                    <a:pt x="89" y="806"/>
                  </a:lnTo>
                  <a:lnTo>
                    <a:pt x="89" y="85"/>
                  </a:lnTo>
                  <a:close/>
                  <a:moveTo>
                    <a:pt x="1" y="0"/>
                  </a:moveTo>
                  <a:lnTo>
                    <a:pt x="1" y="897"/>
                  </a:lnTo>
                  <a:lnTo>
                    <a:pt x="897" y="897"/>
                  </a:lnTo>
                  <a:lnTo>
                    <a:pt x="89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24"/>
            <p:cNvSpPr/>
            <p:nvPr/>
          </p:nvSpPr>
          <p:spPr>
            <a:xfrm>
              <a:off x="5373631" y="428388"/>
              <a:ext cx="37116" cy="37254"/>
            </a:xfrm>
            <a:custGeom>
              <a:avLst/>
              <a:gdLst/>
              <a:ahLst/>
              <a:cxnLst/>
              <a:rect l="l" t="t" r="r" b="b"/>
              <a:pathLst>
                <a:path w="806" h="809" extrusionOk="0">
                  <a:moveTo>
                    <a:pt x="0" y="0"/>
                  </a:moveTo>
                  <a:lnTo>
                    <a:pt x="0" y="808"/>
                  </a:lnTo>
                  <a:lnTo>
                    <a:pt x="806" y="808"/>
                  </a:lnTo>
                  <a:lnTo>
                    <a:pt x="80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24"/>
            <p:cNvSpPr/>
            <p:nvPr/>
          </p:nvSpPr>
          <p:spPr>
            <a:xfrm>
              <a:off x="5373769" y="424474"/>
              <a:ext cx="41307" cy="41307"/>
            </a:xfrm>
            <a:custGeom>
              <a:avLst/>
              <a:gdLst/>
              <a:ahLst/>
              <a:cxnLst/>
              <a:rect l="l" t="t" r="r" b="b"/>
              <a:pathLst>
                <a:path w="897" h="897" extrusionOk="0">
                  <a:moveTo>
                    <a:pt x="809" y="88"/>
                  </a:moveTo>
                  <a:lnTo>
                    <a:pt x="809" y="805"/>
                  </a:lnTo>
                  <a:lnTo>
                    <a:pt x="89" y="805"/>
                  </a:lnTo>
                  <a:lnTo>
                    <a:pt x="89" y="88"/>
                  </a:lnTo>
                  <a:close/>
                  <a:moveTo>
                    <a:pt x="1" y="0"/>
                  </a:moveTo>
                  <a:lnTo>
                    <a:pt x="1" y="897"/>
                  </a:lnTo>
                  <a:lnTo>
                    <a:pt x="897" y="897"/>
                  </a:lnTo>
                  <a:lnTo>
                    <a:pt x="89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04" name="Google Shape;804;p24"/>
          <p:cNvGrpSpPr/>
          <p:nvPr/>
        </p:nvGrpSpPr>
        <p:grpSpPr>
          <a:xfrm>
            <a:off x="7316749" y="729858"/>
            <a:ext cx="1317176" cy="749764"/>
            <a:chOff x="262200" y="3357384"/>
            <a:chExt cx="1642159" cy="684216"/>
          </a:xfrm>
        </p:grpSpPr>
        <p:sp>
          <p:nvSpPr>
            <p:cNvPr id="805" name="Google Shape;805;p24"/>
            <p:cNvSpPr/>
            <p:nvPr/>
          </p:nvSpPr>
          <p:spPr>
            <a:xfrm>
              <a:off x="273376" y="3357384"/>
              <a:ext cx="1630983" cy="683479"/>
            </a:xfrm>
            <a:custGeom>
              <a:avLst/>
              <a:gdLst/>
              <a:ahLst/>
              <a:cxnLst/>
              <a:rect l="l" t="t" r="r" b="b"/>
              <a:pathLst>
                <a:path w="13280" h="5565" extrusionOk="0">
                  <a:moveTo>
                    <a:pt x="1" y="0"/>
                  </a:moveTo>
                  <a:lnTo>
                    <a:pt x="1" y="5564"/>
                  </a:lnTo>
                  <a:lnTo>
                    <a:pt x="13280" y="5564"/>
                  </a:lnTo>
                  <a:lnTo>
                    <a:pt x="1328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24"/>
            <p:cNvSpPr/>
            <p:nvPr/>
          </p:nvSpPr>
          <p:spPr>
            <a:xfrm>
              <a:off x="262200" y="3357384"/>
              <a:ext cx="1641791" cy="683479"/>
            </a:xfrm>
            <a:custGeom>
              <a:avLst/>
              <a:gdLst/>
              <a:ahLst/>
              <a:cxnLst/>
              <a:rect l="l" t="t" r="r" b="b"/>
              <a:pathLst>
                <a:path w="13368" h="5565" extrusionOk="0">
                  <a:moveTo>
                    <a:pt x="1" y="0"/>
                  </a:moveTo>
                  <a:lnTo>
                    <a:pt x="1" y="5564"/>
                  </a:lnTo>
                  <a:lnTo>
                    <a:pt x="89" y="5564"/>
                  </a:lnTo>
                  <a:lnTo>
                    <a:pt x="89" y="92"/>
                  </a:lnTo>
                  <a:lnTo>
                    <a:pt x="13368" y="92"/>
                  </a:lnTo>
                  <a:lnTo>
                    <a:pt x="1336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807;p24"/>
            <p:cNvSpPr/>
            <p:nvPr/>
          </p:nvSpPr>
          <p:spPr>
            <a:xfrm>
              <a:off x="269937" y="3357384"/>
              <a:ext cx="1633317" cy="684216"/>
            </a:xfrm>
            <a:custGeom>
              <a:avLst/>
              <a:gdLst/>
              <a:ahLst/>
              <a:cxnLst/>
              <a:rect l="l" t="t" r="r" b="b"/>
              <a:pathLst>
                <a:path w="13299" h="5571" extrusionOk="0">
                  <a:moveTo>
                    <a:pt x="16" y="0"/>
                  </a:moveTo>
                  <a:lnTo>
                    <a:pt x="1" y="41"/>
                  </a:lnTo>
                  <a:lnTo>
                    <a:pt x="13280" y="5570"/>
                  </a:lnTo>
                  <a:lnTo>
                    <a:pt x="13299" y="553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808;p24"/>
            <p:cNvSpPr/>
            <p:nvPr/>
          </p:nvSpPr>
          <p:spPr>
            <a:xfrm>
              <a:off x="269937" y="3357384"/>
              <a:ext cx="1633317" cy="684216"/>
            </a:xfrm>
            <a:custGeom>
              <a:avLst/>
              <a:gdLst/>
              <a:ahLst/>
              <a:cxnLst/>
              <a:rect l="l" t="t" r="r" b="b"/>
              <a:pathLst>
                <a:path w="13299" h="5571" extrusionOk="0">
                  <a:moveTo>
                    <a:pt x="13280" y="0"/>
                  </a:moveTo>
                  <a:lnTo>
                    <a:pt x="1" y="5530"/>
                  </a:lnTo>
                  <a:lnTo>
                    <a:pt x="16" y="5570"/>
                  </a:lnTo>
                  <a:lnTo>
                    <a:pt x="13299" y="41"/>
                  </a:lnTo>
                  <a:lnTo>
                    <a:pt x="1328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09" name="Google Shape;809;p24"/>
          <p:cNvGrpSpPr/>
          <p:nvPr/>
        </p:nvGrpSpPr>
        <p:grpSpPr>
          <a:xfrm rot="5400000">
            <a:off x="7188825" y="2151990"/>
            <a:ext cx="2198523" cy="1458886"/>
            <a:chOff x="262200" y="3357384"/>
            <a:chExt cx="1642159" cy="684216"/>
          </a:xfrm>
        </p:grpSpPr>
        <p:sp>
          <p:nvSpPr>
            <p:cNvPr id="810" name="Google Shape;810;p24"/>
            <p:cNvSpPr/>
            <p:nvPr/>
          </p:nvSpPr>
          <p:spPr>
            <a:xfrm>
              <a:off x="273376" y="3357384"/>
              <a:ext cx="1630983" cy="683479"/>
            </a:xfrm>
            <a:custGeom>
              <a:avLst/>
              <a:gdLst/>
              <a:ahLst/>
              <a:cxnLst/>
              <a:rect l="l" t="t" r="r" b="b"/>
              <a:pathLst>
                <a:path w="13280" h="5565" extrusionOk="0">
                  <a:moveTo>
                    <a:pt x="1" y="0"/>
                  </a:moveTo>
                  <a:lnTo>
                    <a:pt x="1" y="5564"/>
                  </a:lnTo>
                  <a:lnTo>
                    <a:pt x="13280" y="5564"/>
                  </a:lnTo>
                  <a:lnTo>
                    <a:pt x="1328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24"/>
            <p:cNvSpPr/>
            <p:nvPr/>
          </p:nvSpPr>
          <p:spPr>
            <a:xfrm>
              <a:off x="262200" y="3357384"/>
              <a:ext cx="1641791" cy="683479"/>
            </a:xfrm>
            <a:custGeom>
              <a:avLst/>
              <a:gdLst/>
              <a:ahLst/>
              <a:cxnLst/>
              <a:rect l="l" t="t" r="r" b="b"/>
              <a:pathLst>
                <a:path w="13368" h="5565" extrusionOk="0">
                  <a:moveTo>
                    <a:pt x="1" y="0"/>
                  </a:moveTo>
                  <a:lnTo>
                    <a:pt x="1" y="5564"/>
                  </a:lnTo>
                  <a:lnTo>
                    <a:pt x="89" y="5564"/>
                  </a:lnTo>
                  <a:lnTo>
                    <a:pt x="89" y="92"/>
                  </a:lnTo>
                  <a:lnTo>
                    <a:pt x="13368" y="92"/>
                  </a:lnTo>
                  <a:lnTo>
                    <a:pt x="1336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24"/>
            <p:cNvSpPr/>
            <p:nvPr/>
          </p:nvSpPr>
          <p:spPr>
            <a:xfrm>
              <a:off x="269937" y="3357384"/>
              <a:ext cx="1633317" cy="684216"/>
            </a:xfrm>
            <a:custGeom>
              <a:avLst/>
              <a:gdLst/>
              <a:ahLst/>
              <a:cxnLst/>
              <a:rect l="l" t="t" r="r" b="b"/>
              <a:pathLst>
                <a:path w="13299" h="5571" extrusionOk="0">
                  <a:moveTo>
                    <a:pt x="16" y="0"/>
                  </a:moveTo>
                  <a:lnTo>
                    <a:pt x="1" y="41"/>
                  </a:lnTo>
                  <a:lnTo>
                    <a:pt x="13280" y="5570"/>
                  </a:lnTo>
                  <a:lnTo>
                    <a:pt x="13299" y="553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24"/>
            <p:cNvSpPr/>
            <p:nvPr/>
          </p:nvSpPr>
          <p:spPr>
            <a:xfrm>
              <a:off x="269937" y="3357384"/>
              <a:ext cx="1633317" cy="684216"/>
            </a:xfrm>
            <a:custGeom>
              <a:avLst/>
              <a:gdLst/>
              <a:ahLst/>
              <a:cxnLst/>
              <a:rect l="l" t="t" r="r" b="b"/>
              <a:pathLst>
                <a:path w="13299" h="5571" extrusionOk="0">
                  <a:moveTo>
                    <a:pt x="13280" y="0"/>
                  </a:moveTo>
                  <a:lnTo>
                    <a:pt x="1" y="5530"/>
                  </a:lnTo>
                  <a:lnTo>
                    <a:pt x="16" y="5570"/>
                  </a:lnTo>
                  <a:lnTo>
                    <a:pt x="13299" y="41"/>
                  </a:lnTo>
                  <a:lnTo>
                    <a:pt x="1328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14" name="Google Shape;814;p24"/>
          <p:cNvGrpSpPr/>
          <p:nvPr/>
        </p:nvGrpSpPr>
        <p:grpSpPr>
          <a:xfrm>
            <a:off x="7778212" y="3656375"/>
            <a:ext cx="855723" cy="1522614"/>
            <a:chOff x="5081850" y="1981125"/>
            <a:chExt cx="168125" cy="299150"/>
          </a:xfrm>
        </p:grpSpPr>
        <p:sp>
          <p:nvSpPr>
            <p:cNvPr id="815" name="Google Shape;815;p24"/>
            <p:cNvSpPr/>
            <p:nvPr/>
          </p:nvSpPr>
          <p:spPr>
            <a:xfrm>
              <a:off x="5115175" y="1981125"/>
              <a:ext cx="90525" cy="43050"/>
            </a:xfrm>
            <a:custGeom>
              <a:avLst/>
              <a:gdLst/>
              <a:ahLst/>
              <a:cxnLst/>
              <a:rect l="l" t="t" r="r" b="b"/>
              <a:pathLst>
                <a:path w="3621" h="1722" extrusionOk="0">
                  <a:moveTo>
                    <a:pt x="2468" y="1"/>
                  </a:moveTo>
                  <a:cubicBezTo>
                    <a:pt x="2160" y="1"/>
                    <a:pt x="1887" y="335"/>
                    <a:pt x="1809" y="712"/>
                  </a:cubicBezTo>
                  <a:cubicBezTo>
                    <a:pt x="1731" y="334"/>
                    <a:pt x="1450" y="2"/>
                    <a:pt x="1145" y="2"/>
                  </a:cubicBezTo>
                  <a:cubicBezTo>
                    <a:pt x="1095" y="2"/>
                    <a:pt x="1045" y="11"/>
                    <a:pt x="994" y="30"/>
                  </a:cubicBezTo>
                  <a:cubicBezTo>
                    <a:pt x="639" y="162"/>
                    <a:pt x="1039" y="951"/>
                    <a:pt x="1057" y="983"/>
                  </a:cubicBezTo>
                  <a:cubicBezTo>
                    <a:pt x="1042" y="971"/>
                    <a:pt x="712" y="703"/>
                    <a:pt x="452" y="703"/>
                  </a:cubicBezTo>
                  <a:cubicBezTo>
                    <a:pt x="352" y="703"/>
                    <a:pt x="262" y="743"/>
                    <a:pt x="205" y="854"/>
                  </a:cubicBezTo>
                  <a:cubicBezTo>
                    <a:pt x="1" y="1250"/>
                    <a:pt x="1215" y="1722"/>
                    <a:pt x="1812" y="1722"/>
                  </a:cubicBezTo>
                  <a:cubicBezTo>
                    <a:pt x="2413" y="1722"/>
                    <a:pt x="3621" y="1244"/>
                    <a:pt x="3413" y="854"/>
                  </a:cubicBezTo>
                  <a:cubicBezTo>
                    <a:pt x="3357" y="747"/>
                    <a:pt x="3269" y="709"/>
                    <a:pt x="3170" y="709"/>
                  </a:cubicBezTo>
                  <a:cubicBezTo>
                    <a:pt x="2911" y="709"/>
                    <a:pt x="2579" y="971"/>
                    <a:pt x="2561" y="983"/>
                  </a:cubicBezTo>
                  <a:cubicBezTo>
                    <a:pt x="2580" y="958"/>
                    <a:pt x="2989" y="165"/>
                    <a:pt x="2624" y="30"/>
                  </a:cubicBezTo>
                  <a:cubicBezTo>
                    <a:pt x="2571" y="10"/>
                    <a:pt x="2519" y="1"/>
                    <a:pt x="246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24"/>
            <p:cNvSpPr/>
            <p:nvPr/>
          </p:nvSpPr>
          <p:spPr>
            <a:xfrm>
              <a:off x="5081850" y="2012125"/>
              <a:ext cx="155150" cy="169850"/>
            </a:xfrm>
            <a:custGeom>
              <a:avLst/>
              <a:gdLst/>
              <a:ahLst/>
              <a:cxnLst/>
              <a:rect l="l" t="t" r="r" b="b"/>
              <a:pathLst>
                <a:path w="6206" h="6794" extrusionOk="0">
                  <a:moveTo>
                    <a:pt x="3139" y="1"/>
                  </a:moveTo>
                  <a:cubicBezTo>
                    <a:pt x="2821" y="1"/>
                    <a:pt x="2500" y="42"/>
                    <a:pt x="2192" y="120"/>
                  </a:cubicBezTo>
                  <a:cubicBezTo>
                    <a:pt x="1305" y="353"/>
                    <a:pt x="286" y="1007"/>
                    <a:pt x="104" y="2712"/>
                  </a:cubicBezTo>
                  <a:cubicBezTo>
                    <a:pt x="0" y="3655"/>
                    <a:pt x="252" y="5492"/>
                    <a:pt x="972" y="6386"/>
                  </a:cubicBezTo>
                  <a:cubicBezTo>
                    <a:pt x="1670" y="6658"/>
                    <a:pt x="2405" y="6794"/>
                    <a:pt x="3141" y="6794"/>
                  </a:cubicBezTo>
                  <a:cubicBezTo>
                    <a:pt x="3876" y="6794"/>
                    <a:pt x="4611" y="6658"/>
                    <a:pt x="5309" y="6386"/>
                  </a:cubicBezTo>
                  <a:cubicBezTo>
                    <a:pt x="5643" y="5967"/>
                    <a:pt x="5878" y="5341"/>
                    <a:pt x="6020" y="4697"/>
                  </a:cubicBezTo>
                  <a:cubicBezTo>
                    <a:pt x="6095" y="4376"/>
                    <a:pt x="6146" y="4045"/>
                    <a:pt x="6174" y="3715"/>
                  </a:cubicBezTo>
                  <a:cubicBezTo>
                    <a:pt x="6206" y="3382"/>
                    <a:pt x="6206" y="3042"/>
                    <a:pt x="6174" y="2712"/>
                  </a:cubicBezTo>
                  <a:cubicBezTo>
                    <a:pt x="5919" y="315"/>
                    <a:pt x="4007" y="1"/>
                    <a:pt x="313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24"/>
            <p:cNvSpPr/>
            <p:nvPr/>
          </p:nvSpPr>
          <p:spPr>
            <a:xfrm>
              <a:off x="5096625" y="2172450"/>
              <a:ext cx="128750" cy="107825"/>
            </a:xfrm>
            <a:custGeom>
              <a:avLst/>
              <a:gdLst/>
              <a:ahLst/>
              <a:cxnLst/>
              <a:rect l="l" t="t" r="r" b="b"/>
              <a:pathLst>
                <a:path w="5150" h="4313" extrusionOk="0">
                  <a:moveTo>
                    <a:pt x="0" y="1"/>
                  </a:moveTo>
                  <a:lnTo>
                    <a:pt x="519" y="4313"/>
                  </a:lnTo>
                  <a:lnTo>
                    <a:pt x="4636" y="4313"/>
                  </a:lnTo>
                  <a:lnTo>
                    <a:pt x="514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24"/>
            <p:cNvSpPr/>
            <p:nvPr/>
          </p:nvSpPr>
          <p:spPr>
            <a:xfrm>
              <a:off x="5096625" y="2172450"/>
              <a:ext cx="128750" cy="24475"/>
            </a:xfrm>
            <a:custGeom>
              <a:avLst/>
              <a:gdLst/>
              <a:ahLst/>
              <a:cxnLst/>
              <a:rect l="l" t="t" r="r" b="b"/>
              <a:pathLst>
                <a:path w="5150" h="979" extrusionOk="0">
                  <a:moveTo>
                    <a:pt x="0" y="1"/>
                  </a:moveTo>
                  <a:lnTo>
                    <a:pt x="117" y="979"/>
                  </a:lnTo>
                  <a:lnTo>
                    <a:pt x="5064" y="737"/>
                  </a:lnTo>
                  <a:lnTo>
                    <a:pt x="51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19" name="Google Shape;819;p24"/>
            <p:cNvGrpSpPr/>
            <p:nvPr/>
          </p:nvGrpSpPr>
          <p:grpSpPr>
            <a:xfrm>
              <a:off x="5086475" y="2011175"/>
              <a:ext cx="163500" cy="170825"/>
              <a:chOff x="5086475" y="2011175"/>
              <a:chExt cx="163500" cy="170825"/>
            </a:xfrm>
          </p:grpSpPr>
          <p:sp>
            <p:nvSpPr>
              <p:cNvPr id="820" name="Google Shape;820;p24"/>
              <p:cNvSpPr/>
              <p:nvPr/>
            </p:nvSpPr>
            <p:spPr>
              <a:xfrm>
                <a:off x="5160475" y="2011975"/>
                <a:ext cx="3725" cy="170025"/>
              </a:xfrm>
              <a:custGeom>
                <a:avLst/>
                <a:gdLst/>
                <a:ahLst/>
                <a:cxnLst/>
                <a:rect l="l" t="t" r="r" b="b"/>
                <a:pathLst>
                  <a:path w="149" h="6801" extrusionOk="0">
                    <a:moveTo>
                      <a:pt x="79" y="0"/>
                    </a:moveTo>
                    <a:cubicBezTo>
                      <a:pt x="76" y="567"/>
                      <a:pt x="73" y="1133"/>
                      <a:pt x="63" y="1702"/>
                    </a:cubicBezTo>
                    <a:lnTo>
                      <a:pt x="63" y="3404"/>
                    </a:lnTo>
                    <a:cubicBezTo>
                      <a:pt x="66" y="3970"/>
                      <a:pt x="60" y="4536"/>
                      <a:pt x="60" y="5102"/>
                    </a:cubicBezTo>
                    <a:cubicBezTo>
                      <a:pt x="60" y="5385"/>
                      <a:pt x="57" y="5668"/>
                      <a:pt x="47" y="5951"/>
                    </a:cubicBezTo>
                    <a:cubicBezTo>
                      <a:pt x="44" y="6093"/>
                      <a:pt x="44" y="6234"/>
                      <a:pt x="32" y="6376"/>
                    </a:cubicBezTo>
                    <a:lnTo>
                      <a:pt x="19" y="6587"/>
                    </a:lnTo>
                    <a:lnTo>
                      <a:pt x="0" y="6800"/>
                    </a:lnTo>
                    <a:cubicBezTo>
                      <a:pt x="91" y="6241"/>
                      <a:pt x="104" y="5671"/>
                      <a:pt x="120" y="5105"/>
                    </a:cubicBezTo>
                    <a:cubicBezTo>
                      <a:pt x="135" y="4539"/>
                      <a:pt x="148" y="3976"/>
                      <a:pt x="142" y="3407"/>
                    </a:cubicBezTo>
                    <a:cubicBezTo>
                      <a:pt x="139" y="2831"/>
                      <a:pt x="139" y="2265"/>
                      <a:pt x="126" y="1699"/>
                    </a:cubicBezTo>
                    <a:cubicBezTo>
                      <a:pt x="120" y="1133"/>
                      <a:pt x="104" y="567"/>
                      <a:pt x="7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1" name="Google Shape;821;p24"/>
              <p:cNvSpPr/>
              <p:nvPr/>
            </p:nvSpPr>
            <p:spPr>
              <a:xfrm>
                <a:off x="5139550" y="2012300"/>
                <a:ext cx="13250" cy="168200"/>
              </a:xfrm>
              <a:custGeom>
                <a:avLst/>
                <a:gdLst/>
                <a:ahLst/>
                <a:cxnLst/>
                <a:rect l="l" t="t" r="r" b="b"/>
                <a:pathLst>
                  <a:path w="530" h="6728" extrusionOk="0">
                    <a:moveTo>
                      <a:pt x="529" y="0"/>
                    </a:moveTo>
                    <a:cubicBezTo>
                      <a:pt x="343" y="535"/>
                      <a:pt x="208" y="1088"/>
                      <a:pt x="136" y="1651"/>
                    </a:cubicBezTo>
                    <a:cubicBezTo>
                      <a:pt x="60" y="2214"/>
                      <a:pt x="13" y="2780"/>
                      <a:pt x="10" y="3347"/>
                    </a:cubicBezTo>
                    <a:lnTo>
                      <a:pt x="10" y="3771"/>
                    </a:lnTo>
                    <a:cubicBezTo>
                      <a:pt x="1" y="3913"/>
                      <a:pt x="13" y="4054"/>
                      <a:pt x="13" y="4196"/>
                    </a:cubicBezTo>
                    <a:cubicBezTo>
                      <a:pt x="19" y="4479"/>
                      <a:pt x="42" y="4762"/>
                      <a:pt x="64" y="5045"/>
                    </a:cubicBezTo>
                    <a:cubicBezTo>
                      <a:pt x="76" y="5186"/>
                      <a:pt x="92" y="5328"/>
                      <a:pt x="108" y="5470"/>
                    </a:cubicBezTo>
                    <a:lnTo>
                      <a:pt x="155" y="5891"/>
                    </a:lnTo>
                    <a:cubicBezTo>
                      <a:pt x="199" y="6168"/>
                      <a:pt x="240" y="6448"/>
                      <a:pt x="287" y="6728"/>
                    </a:cubicBezTo>
                    <a:lnTo>
                      <a:pt x="192" y="5885"/>
                    </a:lnTo>
                    <a:lnTo>
                      <a:pt x="155" y="5463"/>
                    </a:lnTo>
                    <a:cubicBezTo>
                      <a:pt x="142" y="5328"/>
                      <a:pt x="126" y="5186"/>
                      <a:pt x="123" y="5045"/>
                    </a:cubicBezTo>
                    <a:cubicBezTo>
                      <a:pt x="108" y="4765"/>
                      <a:pt x="82" y="4482"/>
                      <a:pt x="82" y="4199"/>
                    </a:cubicBezTo>
                    <a:cubicBezTo>
                      <a:pt x="79" y="4057"/>
                      <a:pt x="76" y="3916"/>
                      <a:pt x="98" y="3774"/>
                    </a:cubicBezTo>
                    <a:lnTo>
                      <a:pt x="98" y="3350"/>
                    </a:lnTo>
                    <a:cubicBezTo>
                      <a:pt x="82" y="2784"/>
                      <a:pt x="123" y="2221"/>
                      <a:pt x="189" y="1661"/>
                    </a:cubicBezTo>
                    <a:cubicBezTo>
                      <a:pt x="224" y="1378"/>
                      <a:pt x="268" y="1098"/>
                      <a:pt x="325" y="821"/>
                    </a:cubicBezTo>
                    <a:cubicBezTo>
                      <a:pt x="375" y="544"/>
                      <a:pt x="444" y="271"/>
                      <a:pt x="52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2" name="Google Shape;822;p24"/>
              <p:cNvSpPr/>
              <p:nvPr/>
            </p:nvSpPr>
            <p:spPr>
              <a:xfrm>
                <a:off x="5115650" y="2014100"/>
                <a:ext cx="24950" cy="166475"/>
              </a:xfrm>
              <a:custGeom>
                <a:avLst/>
                <a:gdLst/>
                <a:ahLst/>
                <a:cxnLst/>
                <a:rect l="l" t="t" r="r" b="b"/>
                <a:pathLst>
                  <a:path w="998" h="6659" extrusionOk="0">
                    <a:moveTo>
                      <a:pt x="998" y="0"/>
                    </a:moveTo>
                    <a:cubicBezTo>
                      <a:pt x="812" y="224"/>
                      <a:pt x="655" y="466"/>
                      <a:pt x="526" y="730"/>
                    </a:cubicBezTo>
                    <a:cubicBezTo>
                      <a:pt x="494" y="793"/>
                      <a:pt x="463" y="859"/>
                      <a:pt x="435" y="928"/>
                    </a:cubicBezTo>
                    <a:lnTo>
                      <a:pt x="356" y="1133"/>
                    </a:lnTo>
                    <a:lnTo>
                      <a:pt x="315" y="1233"/>
                    </a:lnTo>
                    <a:cubicBezTo>
                      <a:pt x="306" y="1265"/>
                      <a:pt x="296" y="1299"/>
                      <a:pt x="284" y="1337"/>
                    </a:cubicBezTo>
                    <a:lnTo>
                      <a:pt x="221" y="1545"/>
                    </a:lnTo>
                    <a:cubicBezTo>
                      <a:pt x="73" y="2108"/>
                      <a:pt x="0" y="2690"/>
                      <a:pt x="7" y="3271"/>
                    </a:cubicBezTo>
                    <a:lnTo>
                      <a:pt x="16" y="3705"/>
                    </a:lnTo>
                    <a:lnTo>
                      <a:pt x="63" y="4139"/>
                    </a:lnTo>
                    <a:lnTo>
                      <a:pt x="89" y="4356"/>
                    </a:lnTo>
                    <a:cubicBezTo>
                      <a:pt x="101" y="4429"/>
                      <a:pt x="117" y="4501"/>
                      <a:pt x="126" y="4570"/>
                    </a:cubicBezTo>
                    <a:lnTo>
                      <a:pt x="211" y="5001"/>
                    </a:lnTo>
                    <a:cubicBezTo>
                      <a:pt x="221" y="5070"/>
                      <a:pt x="243" y="5143"/>
                      <a:pt x="262" y="5212"/>
                    </a:cubicBezTo>
                    <a:lnTo>
                      <a:pt x="315" y="5420"/>
                    </a:lnTo>
                    <a:lnTo>
                      <a:pt x="431" y="5841"/>
                    </a:lnTo>
                    <a:cubicBezTo>
                      <a:pt x="526" y="6118"/>
                      <a:pt x="623" y="6391"/>
                      <a:pt x="721" y="6659"/>
                    </a:cubicBezTo>
                    <a:lnTo>
                      <a:pt x="466" y="5828"/>
                    </a:lnTo>
                    <a:lnTo>
                      <a:pt x="362" y="5407"/>
                    </a:lnTo>
                    <a:lnTo>
                      <a:pt x="312" y="5199"/>
                    </a:lnTo>
                    <a:cubicBezTo>
                      <a:pt x="293" y="5130"/>
                      <a:pt x="277" y="5058"/>
                      <a:pt x="265" y="4989"/>
                    </a:cubicBezTo>
                    <a:lnTo>
                      <a:pt x="195" y="4564"/>
                    </a:lnTo>
                    <a:lnTo>
                      <a:pt x="158" y="4350"/>
                    </a:lnTo>
                    <a:lnTo>
                      <a:pt x="139" y="4136"/>
                    </a:lnTo>
                    <a:lnTo>
                      <a:pt x="95" y="3705"/>
                    </a:lnTo>
                    <a:lnTo>
                      <a:pt x="89" y="3275"/>
                    </a:lnTo>
                    <a:cubicBezTo>
                      <a:pt x="79" y="2696"/>
                      <a:pt x="148" y="2123"/>
                      <a:pt x="284" y="1564"/>
                    </a:cubicBezTo>
                    <a:lnTo>
                      <a:pt x="343" y="1356"/>
                    </a:lnTo>
                    <a:cubicBezTo>
                      <a:pt x="356" y="1325"/>
                      <a:pt x="362" y="1290"/>
                      <a:pt x="375" y="1252"/>
                    </a:cubicBezTo>
                    <a:lnTo>
                      <a:pt x="409" y="1152"/>
                    </a:lnTo>
                    <a:lnTo>
                      <a:pt x="482" y="947"/>
                    </a:lnTo>
                    <a:cubicBezTo>
                      <a:pt x="510" y="881"/>
                      <a:pt x="541" y="812"/>
                      <a:pt x="567" y="746"/>
                    </a:cubicBezTo>
                    <a:cubicBezTo>
                      <a:pt x="677" y="482"/>
                      <a:pt x="825" y="230"/>
                      <a:pt x="99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3" name="Google Shape;823;p24"/>
              <p:cNvSpPr/>
              <p:nvPr/>
            </p:nvSpPr>
            <p:spPr>
              <a:xfrm>
                <a:off x="5096000" y="2016525"/>
                <a:ext cx="35400" cy="162575"/>
              </a:xfrm>
              <a:custGeom>
                <a:avLst/>
                <a:gdLst/>
                <a:ahLst/>
                <a:cxnLst/>
                <a:rect l="l" t="t" r="r" b="b"/>
                <a:pathLst>
                  <a:path w="1416" h="6503" extrusionOk="0">
                    <a:moveTo>
                      <a:pt x="1416" y="1"/>
                    </a:moveTo>
                    <a:cubicBezTo>
                      <a:pt x="1299" y="86"/>
                      <a:pt x="1189" y="186"/>
                      <a:pt x="1082" y="287"/>
                    </a:cubicBezTo>
                    <a:cubicBezTo>
                      <a:pt x="981" y="394"/>
                      <a:pt x="881" y="507"/>
                      <a:pt x="796" y="627"/>
                    </a:cubicBezTo>
                    <a:cubicBezTo>
                      <a:pt x="623" y="866"/>
                      <a:pt x="472" y="1121"/>
                      <a:pt x="356" y="1391"/>
                    </a:cubicBezTo>
                    <a:cubicBezTo>
                      <a:pt x="123" y="1938"/>
                      <a:pt x="6" y="2530"/>
                      <a:pt x="6" y="3121"/>
                    </a:cubicBezTo>
                    <a:cubicBezTo>
                      <a:pt x="0" y="3272"/>
                      <a:pt x="0" y="3420"/>
                      <a:pt x="22" y="3564"/>
                    </a:cubicBezTo>
                    <a:cubicBezTo>
                      <a:pt x="38" y="3712"/>
                      <a:pt x="44" y="3860"/>
                      <a:pt x="73" y="4008"/>
                    </a:cubicBezTo>
                    <a:lnTo>
                      <a:pt x="107" y="4228"/>
                    </a:lnTo>
                    <a:lnTo>
                      <a:pt x="154" y="4442"/>
                    </a:lnTo>
                    <a:cubicBezTo>
                      <a:pt x="183" y="4587"/>
                      <a:pt x="227" y="4731"/>
                      <a:pt x="264" y="4873"/>
                    </a:cubicBezTo>
                    <a:cubicBezTo>
                      <a:pt x="434" y="5439"/>
                      <a:pt x="658" y="5983"/>
                      <a:pt x="937" y="6502"/>
                    </a:cubicBezTo>
                    <a:lnTo>
                      <a:pt x="755" y="6103"/>
                    </a:lnTo>
                    <a:lnTo>
                      <a:pt x="591" y="5694"/>
                    </a:lnTo>
                    <a:lnTo>
                      <a:pt x="447" y="5282"/>
                    </a:lnTo>
                    <a:cubicBezTo>
                      <a:pt x="403" y="5140"/>
                      <a:pt x="356" y="5002"/>
                      <a:pt x="321" y="4860"/>
                    </a:cubicBezTo>
                    <a:lnTo>
                      <a:pt x="268" y="4646"/>
                    </a:lnTo>
                    <a:cubicBezTo>
                      <a:pt x="249" y="4577"/>
                      <a:pt x="233" y="4502"/>
                      <a:pt x="217" y="4432"/>
                    </a:cubicBezTo>
                    <a:lnTo>
                      <a:pt x="173" y="4215"/>
                    </a:lnTo>
                    <a:lnTo>
                      <a:pt x="142" y="3998"/>
                    </a:lnTo>
                    <a:cubicBezTo>
                      <a:pt x="120" y="3854"/>
                      <a:pt x="101" y="3709"/>
                      <a:pt x="95" y="3561"/>
                    </a:cubicBezTo>
                    <a:cubicBezTo>
                      <a:pt x="91" y="3417"/>
                      <a:pt x="79" y="3272"/>
                      <a:pt x="85" y="3127"/>
                    </a:cubicBezTo>
                    <a:cubicBezTo>
                      <a:pt x="85" y="2539"/>
                      <a:pt x="192" y="1963"/>
                      <a:pt x="415" y="1419"/>
                    </a:cubicBezTo>
                    <a:cubicBezTo>
                      <a:pt x="525" y="1149"/>
                      <a:pt x="661" y="894"/>
                      <a:pt x="831" y="652"/>
                    </a:cubicBezTo>
                    <a:cubicBezTo>
                      <a:pt x="997" y="410"/>
                      <a:pt x="1192" y="190"/>
                      <a:pt x="141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4" name="Google Shape;824;p24"/>
              <p:cNvSpPr/>
              <p:nvPr/>
            </p:nvSpPr>
            <p:spPr>
              <a:xfrm>
                <a:off x="5170600" y="2012375"/>
                <a:ext cx="14100" cy="168125"/>
              </a:xfrm>
              <a:custGeom>
                <a:avLst/>
                <a:gdLst/>
                <a:ahLst/>
                <a:cxnLst/>
                <a:rect l="l" t="t" r="r" b="b"/>
                <a:pathLst>
                  <a:path w="564" h="6725" extrusionOk="0">
                    <a:moveTo>
                      <a:pt x="1" y="0"/>
                    </a:moveTo>
                    <a:lnTo>
                      <a:pt x="1" y="0"/>
                    </a:lnTo>
                    <a:cubicBezTo>
                      <a:pt x="83" y="274"/>
                      <a:pt x="155" y="544"/>
                      <a:pt x="205" y="824"/>
                    </a:cubicBezTo>
                    <a:cubicBezTo>
                      <a:pt x="262" y="1101"/>
                      <a:pt x="303" y="1381"/>
                      <a:pt x="341" y="1661"/>
                    </a:cubicBezTo>
                    <a:cubicBezTo>
                      <a:pt x="410" y="2218"/>
                      <a:pt x="444" y="2781"/>
                      <a:pt x="473" y="3347"/>
                    </a:cubicBezTo>
                    <a:lnTo>
                      <a:pt x="473" y="3771"/>
                    </a:lnTo>
                    <a:cubicBezTo>
                      <a:pt x="460" y="3913"/>
                      <a:pt x="448" y="4054"/>
                      <a:pt x="448" y="4196"/>
                    </a:cubicBezTo>
                    <a:cubicBezTo>
                      <a:pt x="444" y="4476"/>
                      <a:pt x="422" y="4759"/>
                      <a:pt x="410" y="5042"/>
                    </a:cubicBezTo>
                    <a:cubicBezTo>
                      <a:pt x="407" y="5180"/>
                      <a:pt x="391" y="5322"/>
                      <a:pt x="378" y="5463"/>
                    </a:cubicBezTo>
                    <a:lnTo>
                      <a:pt x="338" y="5882"/>
                    </a:lnTo>
                    <a:lnTo>
                      <a:pt x="243" y="6725"/>
                    </a:lnTo>
                    <a:cubicBezTo>
                      <a:pt x="287" y="6445"/>
                      <a:pt x="338" y="6165"/>
                      <a:pt x="378" y="5888"/>
                    </a:cubicBezTo>
                    <a:lnTo>
                      <a:pt x="426" y="5467"/>
                    </a:lnTo>
                    <a:cubicBezTo>
                      <a:pt x="441" y="5328"/>
                      <a:pt x="460" y="5187"/>
                      <a:pt x="470" y="5045"/>
                    </a:cubicBezTo>
                    <a:cubicBezTo>
                      <a:pt x="492" y="4762"/>
                      <a:pt x="517" y="4479"/>
                      <a:pt x="520" y="4196"/>
                    </a:cubicBezTo>
                    <a:cubicBezTo>
                      <a:pt x="523" y="4054"/>
                      <a:pt x="529" y="3913"/>
                      <a:pt x="564" y="3771"/>
                    </a:cubicBezTo>
                    <a:lnTo>
                      <a:pt x="564" y="3347"/>
                    </a:lnTo>
                    <a:cubicBezTo>
                      <a:pt x="517" y="2781"/>
                      <a:pt x="473" y="2214"/>
                      <a:pt x="394" y="1651"/>
                    </a:cubicBezTo>
                    <a:cubicBezTo>
                      <a:pt x="319" y="1092"/>
                      <a:pt x="190" y="535"/>
                      <a:pt x="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5" name="Google Shape;825;p24"/>
              <p:cNvSpPr/>
              <p:nvPr/>
            </p:nvSpPr>
            <p:spPr>
              <a:xfrm>
                <a:off x="5182875" y="2014175"/>
                <a:ext cx="24650" cy="166475"/>
              </a:xfrm>
              <a:custGeom>
                <a:avLst/>
                <a:gdLst/>
                <a:ahLst/>
                <a:cxnLst/>
                <a:rect l="l" t="t" r="r" b="b"/>
                <a:pathLst>
                  <a:path w="986" h="6659" extrusionOk="0">
                    <a:moveTo>
                      <a:pt x="1" y="1"/>
                    </a:moveTo>
                    <a:cubicBezTo>
                      <a:pt x="170" y="233"/>
                      <a:pt x="312" y="485"/>
                      <a:pt x="416" y="752"/>
                    </a:cubicBezTo>
                    <a:cubicBezTo>
                      <a:pt x="447" y="815"/>
                      <a:pt x="479" y="881"/>
                      <a:pt x="504" y="947"/>
                    </a:cubicBezTo>
                    <a:lnTo>
                      <a:pt x="576" y="1152"/>
                    </a:lnTo>
                    <a:lnTo>
                      <a:pt x="611" y="1255"/>
                    </a:lnTo>
                    <a:cubicBezTo>
                      <a:pt x="623" y="1287"/>
                      <a:pt x="630" y="1322"/>
                      <a:pt x="642" y="1356"/>
                    </a:cubicBezTo>
                    <a:lnTo>
                      <a:pt x="702" y="1564"/>
                    </a:lnTo>
                    <a:cubicBezTo>
                      <a:pt x="840" y="2124"/>
                      <a:pt x="906" y="2702"/>
                      <a:pt x="897" y="3275"/>
                    </a:cubicBezTo>
                    <a:lnTo>
                      <a:pt x="891" y="3709"/>
                    </a:lnTo>
                    <a:lnTo>
                      <a:pt x="847" y="4136"/>
                    </a:lnTo>
                    <a:lnTo>
                      <a:pt x="828" y="4353"/>
                    </a:lnTo>
                    <a:cubicBezTo>
                      <a:pt x="818" y="4423"/>
                      <a:pt x="803" y="4495"/>
                      <a:pt x="793" y="4564"/>
                    </a:cubicBezTo>
                    <a:lnTo>
                      <a:pt x="721" y="4989"/>
                    </a:lnTo>
                    <a:cubicBezTo>
                      <a:pt x="708" y="5061"/>
                      <a:pt x="693" y="5130"/>
                      <a:pt x="674" y="5203"/>
                    </a:cubicBezTo>
                    <a:lnTo>
                      <a:pt x="623" y="5410"/>
                    </a:lnTo>
                    <a:lnTo>
                      <a:pt x="520" y="5832"/>
                    </a:lnTo>
                    <a:lnTo>
                      <a:pt x="265" y="6659"/>
                    </a:lnTo>
                    <a:cubicBezTo>
                      <a:pt x="362" y="6388"/>
                      <a:pt x="457" y="6109"/>
                      <a:pt x="557" y="5841"/>
                    </a:cubicBezTo>
                    <a:lnTo>
                      <a:pt x="671" y="5423"/>
                    </a:lnTo>
                    <a:lnTo>
                      <a:pt x="724" y="5212"/>
                    </a:lnTo>
                    <a:cubicBezTo>
                      <a:pt x="743" y="5143"/>
                      <a:pt x="765" y="5071"/>
                      <a:pt x="774" y="5001"/>
                    </a:cubicBezTo>
                    <a:lnTo>
                      <a:pt x="859" y="4574"/>
                    </a:lnTo>
                    <a:cubicBezTo>
                      <a:pt x="872" y="4501"/>
                      <a:pt x="884" y="4426"/>
                      <a:pt x="897" y="4357"/>
                    </a:cubicBezTo>
                    <a:lnTo>
                      <a:pt x="922" y="4140"/>
                    </a:lnTo>
                    <a:lnTo>
                      <a:pt x="969" y="3709"/>
                    </a:lnTo>
                    <a:lnTo>
                      <a:pt x="982" y="3272"/>
                    </a:lnTo>
                    <a:cubicBezTo>
                      <a:pt x="985" y="2690"/>
                      <a:pt x="913" y="2108"/>
                      <a:pt x="765" y="1545"/>
                    </a:cubicBezTo>
                    <a:lnTo>
                      <a:pt x="702" y="1337"/>
                    </a:lnTo>
                    <a:cubicBezTo>
                      <a:pt x="689" y="1306"/>
                      <a:pt x="683" y="1271"/>
                      <a:pt x="671" y="1233"/>
                    </a:cubicBezTo>
                    <a:lnTo>
                      <a:pt x="630" y="1133"/>
                    </a:lnTo>
                    <a:lnTo>
                      <a:pt x="551" y="928"/>
                    </a:lnTo>
                    <a:cubicBezTo>
                      <a:pt x="526" y="862"/>
                      <a:pt x="491" y="799"/>
                      <a:pt x="460" y="730"/>
                    </a:cubicBezTo>
                    <a:cubicBezTo>
                      <a:pt x="340" y="469"/>
                      <a:pt x="186" y="224"/>
                      <a:pt x="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6" name="Google Shape;826;p24"/>
              <p:cNvSpPr/>
              <p:nvPr/>
            </p:nvSpPr>
            <p:spPr>
              <a:xfrm>
                <a:off x="5191850" y="2016625"/>
                <a:ext cx="35175" cy="162625"/>
              </a:xfrm>
              <a:custGeom>
                <a:avLst/>
                <a:gdLst/>
                <a:ahLst/>
                <a:cxnLst/>
                <a:rect l="l" t="t" r="r" b="b"/>
                <a:pathLst>
                  <a:path w="1407" h="6505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24" y="189"/>
                      <a:pt x="425" y="406"/>
                      <a:pt x="582" y="654"/>
                    </a:cubicBezTo>
                    <a:cubicBezTo>
                      <a:pt x="749" y="893"/>
                      <a:pt x="890" y="1148"/>
                      <a:pt x="1000" y="1419"/>
                    </a:cubicBezTo>
                    <a:cubicBezTo>
                      <a:pt x="1221" y="1963"/>
                      <a:pt x="1334" y="2541"/>
                      <a:pt x="1331" y="3126"/>
                    </a:cubicBezTo>
                    <a:cubicBezTo>
                      <a:pt x="1334" y="3271"/>
                      <a:pt x="1334" y="3416"/>
                      <a:pt x="1318" y="3564"/>
                    </a:cubicBezTo>
                    <a:cubicBezTo>
                      <a:pt x="1302" y="3708"/>
                      <a:pt x="1299" y="3853"/>
                      <a:pt x="1271" y="3998"/>
                    </a:cubicBezTo>
                    <a:lnTo>
                      <a:pt x="1239" y="4215"/>
                    </a:lnTo>
                    <a:lnTo>
                      <a:pt x="1195" y="4432"/>
                    </a:lnTo>
                    <a:cubicBezTo>
                      <a:pt x="1180" y="4501"/>
                      <a:pt x="1164" y="4573"/>
                      <a:pt x="1145" y="4642"/>
                    </a:cubicBezTo>
                    <a:lnTo>
                      <a:pt x="1092" y="4856"/>
                    </a:lnTo>
                    <a:cubicBezTo>
                      <a:pt x="1057" y="4998"/>
                      <a:pt x="1007" y="5136"/>
                      <a:pt x="966" y="5278"/>
                    </a:cubicBezTo>
                    <a:lnTo>
                      <a:pt x="821" y="5693"/>
                    </a:lnTo>
                    <a:lnTo>
                      <a:pt x="658" y="6102"/>
                    </a:lnTo>
                    <a:lnTo>
                      <a:pt x="475" y="6504"/>
                    </a:lnTo>
                    <a:cubicBezTo>
                      <a:pt x="755" y="5985"/>
                      <a:pt x="978" y="5438"/>
                      <a:pt x="1148" y="4872"/>
                    </a:cubicBezTo>
                    <a:cubicBezTo>
                      <a:pt x="1189" y="4730"/>
                      <a:pt x="1230" y="4589"/>
                      <a:pt x="1258" y="4444"/>
                    </a:cubicBezTo>
                    <a:lnTo>
                      <a:pt x="1305" y="4227"/>
                    </a:lnTo>
                    <a:lnTo>
                      <a:pt x="1340" y="4010"/>
                    </a:lnTo>
                    <a:cubicBezTo>
                      <a:pt x="1365" y="3865"/>
                      <a:pt x="1384" y="3718"/>
                      <a:pt x="1390" y="3570"/>
                    </a:cubicBezTo>
                    <a:cubicBezTo>
                      <a:pt x="1400" y="3422"/>
                      <a:pt x="1406" y="3274"/>
                      <a:pt x="1406" y="3126"/>
                    </a:cubicBezTo>
                    <a:cubicBezTo>
                      <a:pt x="1406" y="2532"/>
                      <a:pt x="1290" y="1944"/>
                      <a:pt x="1057" y="1396"/>
                    </a:cubicBezTo>
                    <a:cubicBezTo>
                      <a:pt x="944" y="1126"/>
                      <a:pt x="796" y="865"/>
                      <a:pt x="617" y="629"/>
                    </a:cubicBezTo>
                    <a:cubicBezTo>
                      <a:pt x="525" y="513"/>
                      <a:pt x="434" y="396"/>
                      <a:pt x="330" y="293"/>
                    </a:cubicBezTo>
                    <a:cubicBezTo>
                      <a:pt x="230" y="186"/>
                      <a:pt x="120" y="88"/>
                      <a:pt x="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7" name="Google Shape;827;p24"/>
              <p:cNvSpPr/>
              <p:nvPr/>
            </p:nvSpPr>
            <p:spPr>
              <a:xfrm>
                <a:off x="5156850" y="2060575"/>
                <a:ext cx="12125" cy="12750"/>
              </a:xfrm>
              <a:custGeom>
                <a:avLst/>
                <a:gdLst/>
                <a:ahLst/>
                <a:cxnLst/>
                <a:rect l="l" t="t" r="r" b="b"/>
                <a:pathLst>
                  <a:path w="485" h="510" extrusionOk="0">
                    <a:moveTo>
                      <a:pt x="485" y="0"/>
                    </a:moveTo>
                    <a:cubicBezTo>
                      <a:pt x="460" y="35"/>
                      <a:pt x="431" y="76"/>
                      <a:pt x="409" y="110"/>
                    </a:cubicBezTo>
                    <a:cubicBezTo>
                      <a:pt x="384" y="145"/>
                      <a:pt x="362" y="179"/>
                      <a:pt x="337" y="220"/>
                    </a:cubicBezTo>
                    <a:cubicBezTo>
                      <a:pt x="303" y="278"/>
                      <a:pt x="265" y="341"/>
                      <a:pt x="228" y="404"/>
                    </a:cubicBezTo>
                    <a:lnTo>
                      <a:pt x="228" y="404"/>
                    </a:lnTo>
                    <a:cubicBezTo>
                      <a:pt x="157" y="289"/>
                      <a:pt x="82" y="176"/>
                      <a:pt x="1" y="66"/>
                    </a:cubicBezTo>
                    <a:lnTo>
                      <a:pt x="1" y="66"/>
                    </a:lnTo>
                    <a:cubicBezTo>
                      <a:pt x="63" y="205"/>
                      <a:pt x="130" y="337"/>
                      <a:pt x="202" y="472"/>
                    </a:cubicBezTo>
                    <a:lnTo>
                      <a:pt x="224" y="510"/>
                    </a:lnTo>
                    <a:lnTo>
                      <a:pt x="249" y="472"/>
                    </a:lnTo>
                    <a:cubicBezTo>
                      <a:pt x="287" y="406"/>
                      <a:pt x="321" y="337"/>
                      <a:pt x="359" y="271"/>
                    </a:cubicBezTo>
                    <a:cubicBezTo>
                      <a:pt x="384" y="220"/>
                      <a:pt x="409" y="173"/>
                      <a:pt x="431" y="123"/>
                    </a:cubicBezTo>
                    <a:cubicBezTo>
                      <a:pt x="447" y="82"/>
                      <a:pt x="469" y="38"/>
                      <a:pt x="48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8" name="Google Shape;828;p24"/>
              <p:cNvSpPr/>
              <p:nvPr/>
            </p:nvSpPr>
            <p:spPr>
              <a:xfrm>
                <a:off x="5161400" y="2057725"/>
                <a:ext cx="1850" cy="14650"/>
              </a:xfrm>
              <a:custGeom>
                <a:avLst/>
                <a:gdLst/>
                <a:ahLst/>
                <a:cxnLst/>
                <a:rect l="l" t="t" r="r" b="b"/>
                <a:pathLst>
                  <a:path w="74" h="586" extrusionOk="0">
                    <a:moveTo>
                      <a:pt x="26" y="1"/>
                    </a:moveTo>
                    <a:cubicBezTo>
                      <a:pt x="1" y="196"/>
                      <a:pt x="7" y="397"/>
                      <a:pt x="48" y="586"/>
                    </a:cubicBezTo>
                    <a:cubicBezTo>
                      <a:pt x="73" y="394"/>
                      <a:pt x="70" y="193"/>
                      <a:pt x="2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9" name="Google Shape;829;p24"/>
              <p:cNvSpPr/>
              <p:nvPr/>
            </p:nvSpPr>
            <p:spPr>
              <a:xfrm>
                <a:off x="5204825" y="2012525"/>
                <a:ext cx="12450" cy="12300"/>
              </a:xfrm>
              <a:custGeom>
                <a:avLst/>
                <a:gdLst/>
                <a:ahLst/>
                <a:cxnLst/>
                <a:rect l="l" t="t" r="r" b="b"/>
                <a:pathLst>
                  <a:path w="498" h="492" extrusionOk="0">
                    <a:moveTo>
                      <a:pt x="50" y="0"/>
                    </a:moveTo>
                    <a:cubicBezTo>
                      <a:pt x="25" y="145"/>
                      <a:pt x="6" y="299"/>
                      <a:pt x="0" y="444"/>
                    </a:cubicBezTo>
                    <a:lnTo>
                      <a:pt x="0" y="491"/>
                    </a:lnTo>
                    <a:lnTo>
                      <a:pt x="41" y="472"/>
                    </a:lnTo>
                    <a:cubicBezTo>
                      <a:pt x="120" y="431"/>
                      <a:pt x="198" y="387"/>
                      <a:pt x="271" y="343"/>
                    </a:cubicBezTo>
                    <a:lnTo>
                      <a:pt x="387" y="277"/>
                    </a:lnTo>
                    <a:cubicBezTo>
                      <a:pt x="422" y="255"/>
                      <a:pt x="459" y="230"/>
                      <a:pt x="497" y="208"/>
                    </a:cubicBezTo>
                    <a:lnTo>
                      <a:pt x="497" y="208"/>
                    </a:lnTo>
                    <a:cubicBezTo>
                      <a:pt x="456" y="224"/>
                      <a:pt x="418" y="236"/>
                      <a:pt x="374" y="255"/>
                    </a:cubicBezTo>
                    <a:cubicBezTo>
                      <a:pt x="330" y="274"/>
                      <a:pt x="293" y="290"/>
                      <a:pt x="252" y="309"/>
                    </a:cubicBezTo>
                    <a:lnTo>
                      <a:pt x="58" y="407"/>
                    </a:lnTo>
                    <a:lnTo>
                      <a:pt x="58" y="407"/>
                    </a:lnTo>
                    <a:cubicBezTo>
                      <a:pt x="63" y="272"/>
                      <a:pt x="62" y="134"/>
                      <a:pt x="5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0" name="Google Shape;830;p24"/>
              <p:cNvSpPr/>
              <p:nvPr/>
            </p:nvSpPr>
            <p:spPr>
              <a:xfrm>
                <a:off x="5205450" y="2011175"/>
                <a:ext cx="7575" cy="12625"/>
              </a:xfrm>
              <a:custGeom>
                <a:avLst/>
                <a:gdLst/>
                <a:ahLst/>
                <a:cxnLst/>
                <a:rect l="l" t="t" r="r" b="b"/>
                <a:pathLst>
                  <a:path w="303" h="505" extrusionOk="0">
                    <a:moveTo>
                      <a:pt x="302" y="1"/>
                    </a:moveTo>
                    <a:lnTo>
                      <a:pt x="302" y="1"/>
                    </a:lnTo>
                    <a:cubicBezTo>
                      <a:pt x="173" y="149"/>
                      <a:pt x="70" y="322"/>
                      <a:pt x="0" y="504"/>
                    </a:cubicBezTo>
                    <a:cubicBezTo>
                      <a:pt x="66" y="432"/>
                      <a:pt x="120" y="353"/>
                      <a:pt x="173" y="265"/>
                    </a:cubicBezTo>
                    <a:cubicBezTo>
                      <a:pt x="224" y="183"/>
                      <a:pt x="268" y="95"/>
                      <a:pt x="30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1" name="Google Shape;831;p24"/>
              <p:cNvSpPr/>
              <p:nvPr/>
            </p:nvSpPr>
            <p:spPr>
              <a:xfrm>
                <a:off x="5194200" y="2046100"/>
                <a:ext cx="12300" cy="11900"/>
              </a:xfrm>
              <a:custGeom>
                <a:avLst/>
                <a:gdLst/>
                <a:ahLst/>
                <a:cxnLst/>
                <a:rect l="l" t="t" r="r" b="b"/>
                <a:pathLst>
                  <a:path w="492" h="476" extrusionOk="0">
                    <a:moveTo>
                      <a:pt x="491" y="0"/>
                    </a:moveTo>
                    <a:cubicBezTo>
                      <a:pt x="460" y="32"/>
                      <a:pt x="428" y="67"/>
                      <a:pt x="403" y="98"/>
                    </a:cubicBezTo>
                    <a:cubicBezTo>
                      <a:pt x="375" y="136"/>
                      <a:pt x="347" y="167"/>
                      <a:pt x="318" y="202"/>
                    </a:cubicBezTo>
                    <a:cubicBezTo>
                      <a:pt x="275" y="256"/>
                      <a:pt x="229" y="314"/>
                      <a:pt x="186" y="371"/>
                    </a:cubicBezTo>
                    <a:lnTo>
                      <a:pt x="186" y="371"/>
                    </a:lnTo>
                    <a:cubicBezTo>
                      <a:pt x="131" y="249"/>
                      <a:pt x="68" y="126"/>
                      <a:pt x="1" y="10"/>
                    </a:cubicBezTo>
                    <a:lnTo>
                      <a:pt x="1" y="10"/>
                    </a:lnTo>
                    <a:cubicBezTo>
                      <a:pt x="45" y="155"/>
                      <a:pt x="98" y="296"/>
                      <a:pt x="155" y="438"/>
                    </a:cubicBezTo>
                    <a:lnTo>
                      <a:pt x="174" y="475"/>
                    </a:lnTo>
                    <a:lnTo>
                      <a:pt x="202" y="441"/>
                    </a:lnTo>
                    <a:cubicBezTo>
                      <a:pt x="255" y="372"/>
                      <a:pt x="302" y="296"/>
                      <a:pt x="356" y="224"/>
                    </a:cubicBezTo>
                    <a:cubicBezTo>
                      <a:pt x="378" y="189"/>
                      <a:pt x="403" y="155"/>
                      <a:pt x="425" y="114"/>
                    </a:cubicBezTo>
                    <a:cubicBezTo>
                      <a:pt x="450" y="76"/>
                      <a:pt x="472" y="41"/>
                      <a:pt x="49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2" name="Google Shape;832;p24"/>
              <p:cNvSpPr/>
              <p:nvPr/>
            </p:nvSpPr>
            <p:spPr>
              <a:xfrm>
                <a:off x="5198450" y="2042100"/>
                <a:ext cx="2000" cy="14650"/>
              </a:xfrm>
              <a:custGeom>
                <a:avLst/>
                <a:gdLst/>
                <a:ahLst/>
                <a:cxnLst/>
                <a:rect l="l" t="t" r="r" b="b"/>
                <a:pathLst>
                  <a:path w="80" h="586" extrusionOk="0">
                    <a:moveTo>
                      <a:pt x="60" y="0"/>
                    </a:moveTo>
                    <a:lnTo>
                      <a:pt x="60" y="0"/>
                    </a:lnTo>
                    <a:cubicBezTo>
                      <a:pt x="35" y="94"/>
                      <a:pt x="19" y="192"/>
                      <a:pt x="13" y="289"/>
                    </a:cubicBezTo>
                    <a:cubicBezTo>
                      <a:pt x="0" y="390"/>
                      <a:pt x="0" y="488"/>
                      <a:pt x="13" y="585"/>
                    </a:cubicBezTo>
                    <a:cubicBezTo>
                      <a:pt x="63" y="393"/>
                      <a:pt x="79" y="195"/>
                      <a:pt x="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3" name="Google Shape;833;p24"/>
              <p:cNvSpPr/>
              <p:nvPr/>
            </p:nvSpPr>
            <p:spPr>
              <a:xfrm>
                <a:off x="5123050" y="2029200"/>
                <a:ext cx="12200" cy="12275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91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16" y="151"/>
                      <a:pt x="44" y="296"/>
                      <a:pt x="76" y="450"/>
                    </a:cubicBezTo>
                    <a:lnTo>
                      <a:pt x="88" y="491"/>
                    </a:lnTo>
                    <a:lnTo>
                      <a:pt x="123" y="459"/>
                    </a:lnTo>
                    <a:lnTo>
                      <a:pt x="305" y="277"/>
                    </a:lnTo>
                    <a:cubicBezTo>
                      <a:pt x="337" y="239"/>
                      <a:pt x="362" y="208"/>
                      <a:pt x="396" y="176"/>
                    </a:cubicBezTo>
                    <a:cubicBezTo>
                      <a:pt x="434" y="145"/>
                      <a:pt x="459" y="113"/>
                      <a:pt x="488" y="79"/>
                    </a:cubicBezTo>
                    <a:lnTo>
                      <a:pt x="488" y="79"/>
                    </a:lnTo>
                    <a:cubicBezTo>
                      <a:pt x="453" y="104"/>
                      <a:pt x="415" y="129"/>
                      <a:pt x="381" y="158"/>
                    </a:cubicBezTo>
                    <a:lnTo>
                      <a:pt x="280" y="239"/>
                    </a:lnTo>
                    <a:cubicBezTo>
                      <a:pt x="227" y="292"/>
                      <a:pt x="172" y="340"/>
                      <a:pt x="119" y="392"/>
                    </a:cubicBezTo>
                    <a:lnTo>
                      <a:pt x="119" y="392"/>
                    </a:lnTo>
                    <a:cubicBezTo>
                      <a:pt x="86" y="259"/>
                      <a:pt x="46" y="128"/>
                      <a:pt x="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4" name="Google Shape;834;p24"/>
              <p:cNvSpPr/>
              <p:nvPr/>
            </p:nvSpPr>
            <p:spPr>
              <a:xfrm>
                <a:off x="5125625" y="2025975"/>
                <a:ext cx="3800" cy="14175"/>
              </a:xfrm>
              <a:custGeom>
                <a:avLst/>
                <a:gdLst/>
                <a:ahLst/>
                <a:cxnLst/>
                <a:rect l="l" t="t" r="r" b="b"/>
                <a:pathLst>
                  <a:path w="152" h="567" extrusionOk="0">
                    <a:moveTo>
                      <a:pt x="152" y="0"/>
                    </a:moveTo>
                    <a:lnTo>
                      <a:pt x="152" y="0"/>
                    </a:lnTo>
                    <a:cubicBezTo>
                      <a:pt x="70" y="176"/>
                      <a:pt x="20" y="368"/>
                      <a:pt x="1" y="566"/>
                    </a:cubicBezTo>
                    <a:cubicBezTo>
                      <a:pt x="86" y="390"/>
                      <a:pt x="136" y="195"/>
                      <a:pt x="15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5" name="Google Shape;835;p24"/>
              <p:cNvSpPr/>
              <p:nvPr/>
            </p:nvSpPr>
            <p:spPr>
              <a:xfrm>
                <a:off x="5236900" y="2069925"/>
                <a:ext cx="13075" cy="12200"/>
              </a:xfrm>
              <a:custGeom>
                <a:avLst/>
                <a:gdLst/>
                <a:ahLst/>
                <a:cxnLst/>
                <a:rect l="l" t="t" r="r" b="b"/>
                <a:pathLst>
                  <a:path w="523" h="488" extrusionOk="0">
                    <a:moveTo>
                      <a:pt x="104" y="0"/>
                    </a:moveTo>
                    <a:lnTo>
                      <a:pt x="104" y="0"/>
                    </a:lnTo>
                    <a:cubicBezTo>
                      <a:pt x="60" y="148"/>
                      <a:pt x="26" y="299"/>
                      <a:pt x="7" y="450"/>
                    </a:cubicBezTo>
                    <a:lnTo>
                      <a:pt x="0" y="488"/>
                    </a:lnTo>
                    <a:lnTo>
                      <a:pt x="41" y="472"/>
                    </a:lnTo>
                    <a:cubicBezTo>
                      <a:pt x="126" y="441"/>
                      <a:pt x="205" y="409"/>
                      <a:pt x="287" y="372"/>
                    </a:cubicBezTo>
                    <a:cubicBezTo>
                      <a:pt x="324" y="353"/>
                      <a:pt x="365" y="337"/>
                      <a:pt x="403" y="318"/>
                    </a:cubicBezTo>
                    <a:lnTo>
                      <a:pt x="523" y="258"/>
                    </a:lnTo>
                    <a:lnTo>
                      <a:pt x="523" y="258"/>
                    </a:lnTo>
                    <a:cubicBezTo>
                      <a:pt x="478" y="268"/>
                      <a:pt x="441" y="277"/>
                      <a:pt x="397" y="290"/>
                    </a:cubicBezTo>
                    <a:lnTo>
                      <a:pt x="271" y="331"/>
                    </a:lnTo>
                    <a:cubicBezTo>
                      <a:pt x="203" y="352"/>
                      <a:pt x="133" y="377"/>
                      <a:pt x="64" y="403"/>
                    </a:cubicBezTo>
                    <a:lnTo>
                      <a:pt x="64" y="403"/>
                    </a:lnTo>
                    <a:cubicBezTo>
                      <a:pt x="85" y="269"/>
                      <a:pt x="99" y="134"/>
                      <a:pt x="10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6" name="Google Shape;836;p24"/>
              <p:cNvSpPr/>
              <p:nvPr/>
            </p:nvSpPr>
            <p:spPr>
              <a:xfrm>
                <a:off x="5237600" y="2069375"/>
                <a:ext cx="9000" cy="11650"/>
              </a:xfrm>
              <a:custGeom>
                <a:avLst/>
                <a:gdLst/>
                <a:ahLst/>
                <a:cxnLst/>
                <a:rect l="l" t="t" r="r" b="b"/>
                <a:pathLst>
                  <a:path w="360" h="466" extrusionOk="0">
                    <a:moveTo>
                      <a:pt x="359" y="0"/>
                    </a:moveTo>
                    <a:cubicBezTo>
                      <a:pt x="215" y="133"/>
                      <a:pt x="92" y="293"/>
                      <a:pt x="1" y="466"/>
                    </a:cubicBezTo>
                    <a:cubicBezTo>
                      <a:pt x="76" y="403"/>
                      <a:pt x="145" y="328"/>
                      <a:pt x="202" y="249"/>
                    </a:cubicBezTo>
                    <a:cubicBezTo>
                      <a:pt x="262" y="173"/>
                      <a:pt x="315" y="89"/>
                      <a:pt x="35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7" name="Google Shape;837;p24"/>
              <p:cNvSpPr/>
              <p:nvPr/>
            </p:nvSpPr>
            <p:spPr>
              <a:xfrm>
                <a:off x="5135300" y="2109800"/>
                <a:ext cx="12300" cy="12825"/>
              </a:xfrm>
              <a:custGeom>
                <a:avLst/>
                <a:gdLst/>
                <a:ahLst/>
                <a:cxnLst/>
                <a:rect l="l" t="t" r="r" b="b"/>
                <a:pathLst>
                  <a:path w="492" h="513" extrusionOk="0">
                    <a:moveTo>
                      <a:pt x="491" y="0"/>
                    </a:moveTo>
                    <a:cubicBezTo>
                      <a:pt x="466" y="35"/>
                      <a:pt x="441" y="72"/>
                      <a:pt x="419" y="107"/>
                    </a:cubicBezTo>
                    <a:cubicBezTo>
                      <a:pt x="394" y="142"/>
                      <a:pt x="372" y="176"/>
                      <a:pt x="347" y="217"/>
                    </a:cubicBezTo>
                    <a:cubicBezTo>
                      <a:pt x="312" y="281"/>
                      <a:pt x="274" y="342"/>
                      <a:pt x="236" y="407"/>
                    </a:cubicBezTo>
                    <a:lnTo>
                      <a:pt x="236" y="407"/>
                    </a:lnTo>
                    <a:cubicBezTo>
                      <a:pt x="164" y="291"/>
                      <a:pt x="86" y="178"/>
                      <a:pt x="1" y="72"/>
                    </a:cubicBezTo>
                    <a:lnTo>
                      <a:pt x="1" y="72"/>
                    </a:lnTo>
                    <a:cubicBezTo>
                      <a:pt x="61" y="208"/>
                      <a:pt x="133" y="343"/>
                      <a:pt x="215" y="472"/>
                    </a:cubicBezTo>
                    <a:lnTo>
                      <a:pt x="237" y="513"/>
                    </a:lnTo>
                    <a:lnTo>
                      <a:pt x="262" y="472"/>
                    </a:lnTo>
                    <a:cubicBezTo>
                      <a:pt x="300" y="409"/>
                      <a:pt x="334" y="343"/>
                      <a:pt x="366" y="277"/>
                    </a:cubicBezTo>
                    <a:cubicBezTo>
                      <a:pt x="391" y="223"/>
                      <a:pt x="419" y="173"/>
                      <a:pt x="441" y="123"/>
                    </a:cubicBezTo>
                    <a:cubicBezTo>
                      <a:pt x="457" y="82"/>
                      <a:pt x="476" y="41"/>
                      <a:pt x="49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8" name="Google Shape;838;p24"/>
              <p:cNvSpPr/>
              <p:nvPr/>
            </p:nvSpPr>
            <p:spPr>
              <a:xfrm>
                <a:off x="5095525" y="2130550"/>
                <a:ext cx="10725" cy="14250"/>
              </a:xfrm>
              <a:custGeom>
                <a:avLst/>
                <a:gdLst/>
                <a:ahLst/>
                <a:cxnLst/>
                <a:rect l="l" t="t" r="r" b="b"/>
                <a:pathLst>
                  <a:path w="429" h="570" extrusionOk="0">
                    <a:moveTo>
                      <a:pt x="428" y="0"/>
                    </a:moveTo>
                    <a:cubicBezTo>
                      <a:pt x="415" y="35"/>
                      <a:pt x="409" y="79"/>
                      <a:pt x="403" y="117"/>
                    </a:cubicBezTo>
                    <a:cubicBezTo>
                      <a:pt x="390" y="164"/>
                      <a:pt x="378" y="236"/>
                      <a:pt x="368" y="280"/>
                    </a:cubicBezTo>
                    <a:cubicBezTo>
                      <a:pt x="358" y="344"/>
                      <a:pt x="348" y="407"/>
                      <a:pt x="339" y="472"/>
                    </a:cubicBezTo>
                    <a:lnTo>
                      <a:pt x="339" y="472"/>
                    </a:lnTo>
                    <a:cubicBezTo>
                      <a:pt x="229" y="392"/>
                      <a:pt x="116" y="319"/>
                      <a:pt x="0" y="249"/>
                    </a:cubicBezTo>
                    <a:lnTo>
                      <a:pt x="0" y="249"/>
                    </a:lnTo>
                    <a:cubicBezTo>
                      <a:pt x="110" y="350"/>
                      <a:pt x="224" y="447"/>
                      <a:pt x="349" y="541"/>
                    </a:cubicBezTo>
                    <a:lnTo>
                      <a:pt x="387" y="570"/>
                    </a:lnTo>
                    <a:lnTo>
                      <a:pt x="393" y="523"/>
                    </a:lnTo>
                    <a:cubicBezTo>
                      <a:pt x="406" y="434"/>
                      <a:pt x="412" y="353"/>
                      <a:pt x="422" y="261"/>
                    </a:cubicBezTo>
                    <a:cubicBezTo>
                      <a:pt x="428" y="224"/>
                      <a:pt x="428" y="177"/>
                      <a:pt x="428" y="133"/>
                    </a:cubicBezTo>
                    <a:lnTo>
                      <a:pt x="42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9" name="Google Shape;839;p24"/>
              <p:cNvSpPr/>
              <p:nvPr/>
            </p:nvSpPr>
            <p:spPr>
              <a:xfrm>
                <a:off x="5099050" y="2130150"/>
                <a:ext cx="6175" cy="13475"/>
              </a:xfrm>
              <a:custGeom>
                <a:avLst/>
                <a:gdLst/>
                <a:ahLst/>
                <a:cxnLst/>
                <a:rect l="l" t="t" r="r" b="b"/>
                <a:pathLst>
                  <a:path w="247" h="539" extrusionOk="0">
                    <a:moveTo>
                      <a:pt x="1" y="1"/>
                    </a:moveTo>
                    <a:lnTo>
                      <a:pt x="1" y="1"/>
                    </a:lnTo>
                    <a:cubicBezTo>
                      <a:pt x="26" y="98"/>
                      <a:pt x="57" y="193"/>
                      <a:pt x="98" y="284"/>
                    </a:cubicBezTo>
                    <a:cubicBezTo>
                      <a:pt x="139" y="375"/>
                      <a:pt x="186" y="460"/>
                      <a:pt x="246" y="539"/>
                    </a:cubicBezTo>
                    <a:cubicBezTo>
                      <a:pt x="199" y="347"/>
                      <a:pt x="114" y="164"/>
                      <a:pt x="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0" name="Google Shape;840;p24"/>
              <p:cNvSpPr/>
              <p:nvPr/>
            </p:nvSpPr>
            <p:spPr>
              <a:xfrm>
                <a:off x="5086475" y="2029275"/>
                <a:ext cx="10725" cy="14325"/>
              </a:xfrm>
              <a:custGeom>
                <a:avLst/>
                <a:gdLst/>
                <a:ahLst/>
                <a:cxnLst/>
                <a:rect l="l" t="t" r="r" b="b"/>
                <a:pathLst>
                  <a:path w="429" h="573" extrusionOk="0">
                    <a:moveTo>
                      <a:pt x="372" y="0"/>
                    </a:moveTo>
                    <a:cubicBezTo>
                      <a:pt x="365" y="44"/>
                      <a:pt x="365" y="95"/>
                      <a:pt x="340" y="136"/>
                    </a:cubicBezTo>
                    <a:lnTo>
                      <a:pt x="340" y="265"/>
                    </a:lnTo>
                    <a:cubicBezTo>
                      <a:pt x="361" y="339"/>
                      <a:pt x="369" y="406"/>
                      <a:pt x="374" y="478"/>
                    </a:cubicBezTo>
                    <a:lnTo>
                      <a:pt x="374" y="478"/>
                    </a:lnTo>
                    <a:cubicBezTo>
                      <a:pt x="253" y="418"/>
                      <a:pt x="127" y="366"/>
                      <a:pt x="1" y="321"/>
                    </a:cubicBezTo>
                    <a:lnTo>
                      <a:pt x="1" y="321"/>
                    </a:lnTo>
                    <a:cubicBezTo>
                      <a:pt x="126" y="403"/>
                      <a:pt x="255" y="478"/>
                      <a:pt x="394" y="551"/>
                    </a:cubicBezTo>
                    <a:lnTo>
                      <a:pt x="428" y="573"/>
                    </a:lnTo>
                    <a:lnTo>
                      <a:pt x="428" y="526"/>
                    </a:lnTo>
                    <a:cubicBezTo>
                      <a:pt x="425" y="434"/>
                      <a:pt x="422" y="353"/>
                      <a:pt x="409" y="261"/>
                    </a:cubicBezTo>
                    <a:cubicBezTo>
                      <a:pt x="406" y="221"/>
                      <a:pt x="403" y="170"/>
                      <a:pt x="394" y="132"/>
                    </a:cubicBezTo>
                    <a:cubicBezTo>
                      <a:pt x="387" y="92"/>
                      <a:pt x="378" y="44"/>
                      <a:pt x="37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1" name="Google Shape;841;p24"/>
              <p:cNvSpPr/>
              <p:nvPr/>
            </p:nvSpPr>
            <p:spPr>
              <a:xfrm>
                <a:off x="5088050" y="2030300"/>
                <a:ext cx="8600" cy="11975"/>
              </a:xfrm>
              <a:custGeom>
                <a:avLst/>
                <a:gdLst/>
                <a:ahLst/>
                <a:cxnLst/>
                <a:rect l="l" t="t" r="r" b="b"/>
                <a:pathLst>
                  <a:path w="344" h="479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45" y="91"/>
                      <a:pt x="92" y="173"/>
                      <a:pt x="151" y="255"/>
                    </a:cubicBezTo>
                    <a:cubicBezTo>
                      <a:pt x="208" y="337"/>
                      <a:pt x="271" y="412"/>
                      <a:pt x="343" y="478"/>
                    </a:cubicBezTo>
                    <a:cubicBezTo>
                      <a:pt x="299" y="390"/>
                      <a:pt x="252" y="302"/>
                      <a:pt x="192" y="224"/>
                    </a:cubicBezTo>
                    <a:cubicBezTo>
                      <a:pt x="133" y="142"/>
                      <a:pt x="73" y="66"/>
                      <a:pt x="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2" name="Google Shape;842;p24"/>
              <p:cNvSpPr/>
              <p:nvPr/>
            </p:nvSpPr>
            <p:spPr>
              <a:xfrm>
                <a:off x="5220075" y="2108450"/>
                <a:ext cx="12275" cy="11975"/>
              </a:xfrm>
              <a:custGeom>
                <a:avLst/>
                <a:gdLst/>
                <a:ahLst/>
                <a:cxnLst/>
                <a:rect l="l" t="t" r="r" b="b"/>
                <a:pathLst>
                  <a:path w="491" h="479" extrusionOk="0">
                    <a:moveTo>
                      <a:pt x="491" y="1"/>
                    </a:moveTo>
                    <a:cubicBezTo>
                      <a:pt x="456" y="32"/>
                      <a:pt x="428" y="67"/>
                      <a:pt x="400" y="98"/>
                    </a:cubicBezTo>
                    <a:cubicBezTo>
                      <a:pt x="371" y="130"/>
                      <a:pt x="346" y="164"/>
                      <a:pt x="318" y="199"/>
                    </a:cubicBezTo>
                    <a:lnTo>
                      <a:pt x="193" y="373"/>
                    </a:lnTo>
                    <a:lnTo>
                      <a:pt x="193" y="373"/>
                    </a:lnTo>
                    <a:cubicBezTo>
                      <a:pt x="135" y="249"/>
                      <a:pt x="71" y="129"/>
                      <a:pt x="0" y="10"/>
                    </a:cubicBezTo>
                    <a:lnTo>
                      <a:pt x="0" y="10"/>
                    </a:lnTo>
                    <a:cubicBezTo>
                      <a:pt x="48" y="158"/>
                      <a:pt x="104" y="299"/>
                      <a:pt x="164" y="441"/>
                    </a:cubicBezTo>
                    <a:lnTo>
                      <a:pt x="183" y="479"/>
                    </a:lnTo>
                    <a:lnTo>
                      <a:pt x="211" y="444"/>
                    </a:lnTo>
                    <a:cubicBezTo>
                      <a:pt x="261" y="372"/>
                      <a:pt x="309" y="303"/>
                      <a:pt x="356" y="227"/>
                    </a:cubicBezTo>
                    <a:cubicBezTo>
                      <a:pt x="384" y="189"/>
                      <a:pt x="409" y="152"/>
                      <a:pt x="428" y="114"/>
                    </a:cubicBezTo>
                    <a:cubicBezTo>
                      <a:pt x="447" y="79"/>
                      <a:pt x="472" y="38"/>
                      <a:pt x="49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3" name="Google Shape;843;p24"/>
              <p:cNvSpPr/>
              <p:nvPr/>
            </p:nvSpPr>
            <p:spPr>
              <a:xfrm>
                <a:off x="5088275" y="2159175"/>
                <a:ext cx="145750" cy="20150"/>
              </a:xfrm>
              <a:custGeom>
                <a:avLst/>
                <a:gdLst/>
                <a:ahLst/>
                <a:cxnLst/>
                <a:rect l="l" t="t" r="r" b="b"/>
                <a:pathLst>
                  <a:path w="5830" h="806" extrusionOk="0">
                    <a:moveTo>
                      <a:pt x="1" y="0"/>
                    </a:moveTo>
                    <a:lnTo>
                      <a:pt x="1" y="805"/>
                    </a:lnTo>
                    <a:lnTo>
                      <a:pt x="5829" y="805"/>
                    </a:lnTo>
                    <a:lnTo>
                      <a:pt x="582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844" name="Google Shape;844;p24"/>
          <p:cNvGrpSpPr/>
          <p:nvPr/>
        </p:nvGrpSpPr>
        <p:grpSpPr>
          <a:xfrm>
            <a:off x="-440077" y="2576308"/>
            <a:ext cx="1110229" cy="1080133"/>
            <a:chOff x="-2137228" y="1713916"/>
            <a:chExt cx="886198" cy="862175"/>
          </a:xfrm>
        </p:grpSpPr>
        <p:sp>
          <p:nvSpPr>
            <p:cNvPr id="845" name="Google Shape;845;p24"/>
            <p:cNvSpPr/>
            <p:nvPr/>
          </p:nvSpPr>
          <p:spPr>
            <a:xfrm>
              <a:off x="-1995630" y="1713916"/>
              <a:ext cx="744600" cy="744161"/>
            </a:xfrm>
            <a:custGeom>
              <a:avLst/>
              <a:gdLst/>
              <a:ahLst/>
              <a:cxnLst/>
              <a:rect l="l" t="t" r="r" b="b"/>
              <a:pathLst>
                <a:path w="5653" h="5650" extrusionOk="0">
                  <a:moveTo>
                    <a:pt x="1" y="1"/>
                  </a:moveTo>
                  <a:lnTo>
                    <a:pt x="1" y="5649"/>
                  </a:lnTo>
                  <a:lnTo>
                    <a:pt x="5653" y="5649"/>
                  </a:lnTo>
                  <a:lnTo>
                    <a:pt x="565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24"/>
            <p:cNvSpPr/>
            <p:nvPr/>
          </p:nvSpPr>
          <p:spPr>
            <a:xfrm>
              <a:off x="-1959539" y="1749082"/>
              <a:ext cx="673736" cy="673828"/>
            </a:xfrm>
            <a:custGeom>
              <a:avLst/>
              <a:gdLst/>
              <a:ahLst/>
              <a:cxnLst/>
              <a:rect l="l" t="t" r="r" b="b"/>
              <a:pathLst>
                <a:path w="5115" h="5116" extrusionOk="0">
                  <a:moveTo>
                    <a:pt x="0" y="1"/>
                  </a:moveTo>
                  <a:lnTo>
                    <a:pt x="0" y="5115"/>
                  </a:lnTo>
                  <a:lnTo>
                    <a:pt x="5115" y="5115"/>
                  </a:lnTo>
                  <a:lnTo>
                    <a:pt x="511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24"/>
            <p:cNvSpPr/>
            <p:nvPr/>
          </p:nvSpPr>
          <p:spPr>
            <a:xfrm>
              <a:off x="-1853901" y="1865120"/>
              <a:ext cx="137250" cy="126442"/>
            </a:xfrm>
            <a:custGeom>
              <a:avLst/>
              <a:gdLst/>
              <a:ahLst/>
              <a:cxnLst/>
              <a:rect l="l" t="t" r="r" b="b"/>
              <a:pathLst>
                <a:path w="1042" h="960" extrusionOk="0">
                  <a:moveTo>
                    <a:pt x="519" y="1"/>
                  </a:moveTo>
                  <a:cubicBezTo>
                    <a:pt x="488" y="1"/>
                    <a:pt x="457" y="4"/>
                    <a:pt x="425" y="10"/>
                  </a:cubicBezTo>
                  <a:cubicBezTo>
                    <a:pt x="236" y="48"/>
                    <a:pt x="85" y="199"/>
                    <a:pt x="51" y="387"/>
                  </a:cubicBezTo>
                  <a:cubicBezTo>
                    <a:pt x="1" y="645"/>
                    <a:pt x="170" y="897"/>
                    <a:pt x="428" y="950"/>
                  </a:cubicBezTo>
                  <a:cubicBezTo>
                    <a:pt x="459" y="956"/>
                    <a:pt x="489" y="959"/>
                    <a:pt x="519" y="959"/>
                  </a:cubicBezTo>
                  <a:cubicBezTo>
                    <a:pt x="744" y="959"/>
                    <a:pt x="947" y="800"/>
                    <a:pt x="991" y="573"/>
                  </a:cubicBezTo>
                  <a:cubicBezTo>
                    <a:pt x="1042" y="312"/>
                    <a:pt x="872" y="60"/>
                    <a:pt x="614" y="10"/>
                  </a:cubicBezTo>
                  <a:cubicBezTo>
                    <a:pt x="582" y="4"/>
                    <a:pt x="551" y="1"/>
                    <a:pt x="519" y="1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24"/>
            <p:cNvSpPr/>
            <p:nvPr/>
          </p:nvSpPr>
          <p:spPr>
            <a:xfrm>
              <a:off x="-1769337" y="1974441"/>
              <a:ext cx="482746" cy="271586"/>
            </a:xfrm>
            <a:custGeom>
              <a:avLst/>
              <a:gdLst/>
              <a:ahLst/>
              <a:cxnLst/>
              <a:rect l="l" t="t" r="r" b="b"/>
              <a:pathLst>
                <a:path w="3665" h="2062" extrusionOk="0">
                  <a:moveTo>
                    <a:pt x="1831" y="1"/>
                  </a:moveTo>
                  <a:lnTo>
                    <a:pt x="0" y="2061"/>
                  </a:lnTo>
                  <a:lnTo>
                    <a:pt x="3664" y="2061"/>
                  </a:lnTo>
                  <a:lnTo>
                    <a:pt x="1831" y="1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24"/>
            <p:cNvSpPr/>
            <p:nvPr/>
          </p:nvSpPr>
          <p:spPr>
            <a:xfrm>
              <a:off x="-1954929" y="2069405"/>
              <a:ext cx="398973" cy="176623"/>
            </a:xfrm>
            <a:custGeom>
              <a:avLst/>
              <a:gdLst/>
              <a:ahLst/>
              <a:cxnLst/>
              <a:rect l="l" t="t" r="r" b="b"/>
              <a:pathLst>
                <a:path w="3029" h="1341" extrusionOk="0">
                  <a:moveTo>
                    <a:pt x="1513" y="0"/>
                  </a:moveTo>
                  <a:lnTo>
                    <a:pt x="0" y="1340"/>
                  </a:lnTo>
                  <a:lnTo>
                    <a:pt x="3029" y="1340"/>
                  </a:lnTo>
                  <a:lnTo>
                    <a:pt x="1513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24"/>
            <p:cNvSpPr/>
            <p:nvPr/>
          </p:nvSpPr>
          <p:spPr>
            <a:xfrm>
              <a:off x="-1959539" y="2245898"/>
              <a:ext cx="673736" cy="177413"/>
            </a:xfrm>
            <a:custGeom>
              <a:avLst/>
              <a:gdLst/>
              <a:ahLst/>
              <a:cxnLst/>
              <a:rect l="l" t="t" r="r" b="b"/>
              <a:pathLst>
                <a:path w="5115" h="1347" extrusionOk="0">
                  <a:moveTo>
                    <a:pt x="0" y="0"/>
                  </a:moveTo>
                  <a:lnTo>
                    <a:pt x="0" y="1346"/>
                  </a:lnTo>
                  <a:lnTo>
                    <a:pt x="5115" y="1346"/>
                  </a:lnTo>
                  <a:lnTo>
                    <a:pt x="5115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851;p24"/>
            <p:cNvSpPr/>
            <p:nvPr/>
          </p:nvSpPr>
          <p:spPr>
            <a:xfrm>
              <a:off x="-2137228" y="1831929"/>
              <a:ext cx="744073" cy="744161"/>
            </a:xfrm>
            <a:custGeom>
              <a:avLst/>
              <a:gdLst/>
              <a:ahLst/>
              <a:cxnLst/>
              <a:rect l="l" t="t" r="r" b="b"/>
              <a:pathLst>
                <a:path w="5649" h="5650" extrusionOk="0">
                  <a:moveTo>
                    <a:pt x="0" y="1"/>
                  </a:moveTo>
                  <a:lnTo>
                    <a:pt x="0" y="5650"/>
                  </a:lnTo>
                  <a:lnTo>
                    <a:pt x="5649" y="5650"/>
                  </a:lnTo>
                  <a:lnTo>
                    <a:pt x="564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24"/>
            <p:cNvSpPr/>
            <p:nvPr/>
          </p:nvSpPr>
          <p:spPr>
            <a:xfrm>
              <a:off x="-2101664" y="1868018"/>
              <a:ext cx="673736" cy="673696"/>
            </a:xfrm>
            <a:custGeom>
              <a:avLst/>
              <a:gdLst/>
              <a:ahLst/>
              <a:cxnLst/>
              <a:rect l="l" t="t" r="r" b="b"/>
              <a:pathLst>
                <a:path w="5115" h="5115" extrusionOk="0">
                  <a:moveTo>
                    <a:pt x="1" y="1"/>
                  </a:moveTo>
                  <a:lnTo>
                    <a:pt x="1" y="5115"/>
                  </a:lnTo>
                  <a:lnTo>
                    <a:pt x="5115" y="5115"/>
                  </a:lnTo>
                  <a:lnTo>
                    <a:pt x="511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24"/>
            <p:cNvSpPr/>
            <p:nvPr/>
          </p:nvSpPr>
          <p:spPr>
            <a:xfrm>
              <a:off x="-1996025" y="1983134"/>
              <a:ext cx="137250" cy="126442"/>
            </a:xfrm>
            <a:custGeom>
              <a:avLst/>
              <a:gdLst/>
              <a:ahLst/>
              <a:cxnLst/>
              <a:rect l="l" t="t" r="r" b="b"/>
              <a:pathLst>
                <a:path w="1042" h="960" extrusionOk="0">
                  <a:moveTo>
                    <a:pt x="520" y="1"/>
                  </a:moveTo>
                  <a:cubicBezTo>
                    <a:pt x="488" y="1"/>
                    <a:pt x="457" y="4"/>
                    <a:pt x="425" y="10"/>
                  </a:cubicBezTo>
                  <a:cubicBezTo>
                    <a:pt x="237" y="48"/>
                    <a:pt x="92" y="196"/>
                    <a:pt x="54" y="388"/>
                  </a:cubicBezTo>
                  <a:cubicBezTo>
                    <a:pt x="1" y="646"/>
                    <a:pt x="171" y="897"/>
                    <a:pt x="428" y="951"/>
                  </a:cubicBezTo>
                  <a:cubicBezTo>
                    <a:pt x="459" y="957"/>
                    <a:pt x="490" y="960"/>
                    <a:pt x="521" y="960"/>
                  </a:cubicBezTo>
                  <a:cubicBezTo>
                    <a:pt x="746" y="960"/>
                    <a:pt x="947" y="801"/>
                    <a:pt x="991" y="573"/>
                  </a:cubicBezTo>
                  <a:cubicBezTo>
                    <a:pt x="1042" y="312"/>
                    <a:pt x="875" y="61"/>
                    <a:pt x="614" y="10"/>
                  </a:cubicBezTo>
                  <a:cubicBezTo>
                    <a:pt x="583" y="4"/>
                    <a:pt x="551" y="1"/>
                    <a:pt x="5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24"/>
            <p:cNvSpPr/>
            <p:nvPr/>
          </p:nvSpPr>
          <p:spPr>
            <a:xfrm>
              <a:off x="-1911462" y="2092981"/>
              <a:ext cx="482746" cy="271059"/>
            </a:xfrm>
            <a:custGeom>
              <a:avLst/>
              <a:gdLst/>
              <a:ahLst/>
              <a:cxnLst/>
              <a:rect l="l" t="t" r="r" b="b"/>
              <a:pathLst>
                <a:path w="3665" h="2058" extrusionOk="0">
                  <a:moveTo>
                    <a:pt x="1834" y="0"/>
                  </a:moveTo>
                  <a:lnTo>
                    <a:pt x="0" y="2057"/>
                  </a:lnTo>
                  <a:lnTo>
                    <a:pt x="3665" y="2057"/>
                  </a:lnTo>
                  <a:lnTo>
                    <a:pt x="183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24"/>
            <p:cNvSpPr/>
            <p:nvPr/>
          </p:nvSpPr>
          <p:spPr>
            <a:xfrm>
              <a:off x="-2096658" y="2187418"/>
              <a:ext cx="398710" cy="176623"/>
            </a:xfrm>
            <a:custGeom>
              <a:avLst/>
              <a:gdLst/>
              <a:ahLst/>
              <a:cxnLst/>
              <a:rect l="l" t="t" r="r" b="b"/>
              <a:pathLst>
                <a:path w="3027" h="1341" extrusionOk="0">
                  <a:moveTo>
                    <a:pt x="1513" y="1"/>
                  </a:moveTo>
                  <a:lnTo>
                    <a:pt x="0" y="1340"/>
                  </a:lnTo>
                  <a:lnTo>
                    <a:pt x="3026" y="1340"/>
                  </a:lnTo>
                  <a:lnTo>
                    <a:pt x="1513" y="1"/>
                  </a:lnTo>
                  <a:close/>
                </a:path>
              </a:pathLst>
            </a:custGeom>
            <a:solidFill>
              <a:srgbClr val="B1A0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24"/>
            <p:cNvSpPr/>
            <p:nvPr/>
          </p:nvSpPr>
          <p:spPr>
            <a:xfrm>
              <a:off x="-2096658" y="2187418"/>
              <a:ext cx="398710" cy="176623"/>
            </a:xfrm>
            <a:custGeom>
              <a:avLst/>
              <a:gdLst/>
              <a:ahLst/>
              <a:cxnLst/>
              <a:rect l="l" t="t" r="r" b="b"/>
              <a:pathLst>
                <a:path w="3027" h="1341" extrusionOk="0">
                  <a:moveTo>
                    <a:pt x="1513" y="1"/>
                  </a:moveTo>
                  <a:lnTo>
                    <a:pt x="0" y="1340"/>
                  </a:lnTo>
                  <a:lnTo>
                    <a:pt x="3026" y="1340"/>
                  </a:lnTo>
                  <a:lnTo>
                    <a:pt x="151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57" name="Google Shape;857;p24"/>
          <p:cNvGrpSpPr/>
          <p:nvPr/>
        </p:nvGrpSpPr>
        <p:grpSpPr>
          <a:xfrm>
            <a:off x="104843" y="3499311"/>
            <a:ext cx="1238421" cy="1679635"/>
            <a:chOff x="460250" y="1921475"/>
            <a:chExt cx="233075" cy="316125"/>
          </a:xfrm>
        </p:grpSpPr>
        <p:grpSp>
          <p:nvGrpSpPr>
            <p:cNvPr id="858" name="Google Shape;858;p24"/>
            <p:cNvGrpSpPr/>
            <p:nvPr/>
          </p:nvGrpSpPr>
          <p:grpSpPr>
            <a:xfrm>
              <a:off x="460250" y="1921475"/>
              <a:ext cx="233075" cy="185800"/>
              <a:chOff x="460250" y="1921475"/>
              <a:chExt cx="233075" cy="185800"/>
            </a:xfrm>
          </p:grpSpPr>
          <p:sp>
            <p:nvSpPr>
              <p:cNvPr id="859" name="Google Shape;859;p24"/>
              <p:cNvSpPr/>
              <p:nvPr/>
            </p:nvSpPr>
            <p:spPr>
              <a:xfrm>
                <a:off x="477550" y="1921475"/>
                <a:ext cx="97600" cy="136750"/>
              </a:xfrm>
              <a:custGeom>
                <a:avLst/>
                <a:gdLst/>
                <a:ahLst/>
                <a:cxnLst/>
                <a:rect l="l" t="t" r="r" b="b"/>
                <a:pathLst>
                  <a:path w="3904" h="5470" extrusionOk="0">
                    <a:moveTo>
                      <a:pt x="1641" y="1"/>
                    </a:moveTo>
                    <a:cubicBezTo>
                      <a:pt x="1377" y="1"/>
                      <a:pt x="1116" y="49"/>
                      <a:pt x="897" y="161"/>
                    </a:cubicBezTo>
                    <a:cubicBezTo>
                      <a:pt x="491" y="371"/>
                      <a:pt x="246" y="780"/>
                      <a:pt x="135" y="1208"/>
                    </a:cubicBezTo>
                    <a:cubicBezTo>
                      <a:pt x="0" y="1711"/>
                      <a:pt x="25" y="2277"/>
                      <a:pt x="104" y="2787"/>
                    </a:cubicBezTo>
                    <a:cubicBezTo>
                      <a:pt x="183" y="3259"/>
                      <a:pt x="334" y="3731"/>
                      <a:pt x="642" y="4102"/>
                    </a:cubicBezTo>
                    <a:cubicBezTo>
                      <a:pt x="1290" y="4879"/>
                      <a:pt x="2369" y="4967"/>
                      <a:pt x="3208" y="5445"/>
                    </a:cubicBezTo>
                    <a:cubicBezTo>
                      <a:pt x="3210" y="5461"/>
                      <a:pt x="3247" y="5469"/>
                      <a:pt x="3272" y="5469"/>
                    </a:cubicBezTo>
                    <a:cubicBezTo>
                      <a:pt x="3289" y="5469"/>
                      <a:pt x="3300" y="5465"/>
                      <a:pt x="3287" y="5457"/>
                    </a:cubicBezTo>
                    <a:cubicBezTo>
                      <a:pt x="3256" y="5140"/>
                      <a:pt x="3384" y="4860"/>
                      <a:pt x="3510" y="4573"/>
                    </a:cubicBezTo>
                    <a:cubicBezTo>
                      <a:pt x="3611" y="4350"/>
                      <a:pt x="3693" y="4117"/>
                      <a:pt x="3752" y="3878"/>
                    </a:cubicBezTo>
                    <a:cubicBezTo>
                      <a:pt x="3878" y="3363"/>
                      <a:pt x="3903" y="2828"/>
                      <a:pt x="3831" y="2306"/>
                    </a:cubicBezTo>
                    <a:cubicBezTo>
                      <a:pt x="3696" y="1394"/>
                      <a:pt x="3234" y="381"/>
                      <a:pt x="2293" y="95"/>
                    </a:cubicBezTo>
                    <a:cubicBezTo>
                      <a:pt x="2091" y="35"/>
                      <a:pt x="1865" y="1"/>
                      <a:pt x="164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0" name="Google Shape;860;p24"/>
              <p:cNvSpPr/>
              <p:nvPr/>
            </p:nvSpPr>
            <p:spPr>
              <a:xfrm>
                <a:off x="571775" y="1935525"/>
                <a:ext cx="121550" cy="127975"/>
              </a:xfrm>
              <a:custGeom>
                <a:avLst/>
                <a:gdLst/>
                <a:ahLst/>
                <a:cxnLst/>
                <a:rect l="l" t="t" r="r" b="b"/>
                <a:pathLst>
                  <a:path w="4862" h="5119" extrusionOk="0">
                    <a:moveTo>
                      <a:pt x="3497" y="1"/>
                    </a:moveTo>
                    <a:cubicBezTo>
                      <a:pt x="3134" y="1"/>
                      <a:pt x="2755" y="95"/>
                      <a:pt x="2430" y="206"/>
                    </a:cubicBezTo>
                    <a:cubicBezTo>
                      <a:pt x="1493" y="523"/>
                      <a:pt x="710" y="1225"/>
                      <a:pt x="367" y="2159"/>
                    </a:cubicBezTo>
                    <a:cubicBezTo>
                      <a:pt x="1" y="3171"/>
                      <a:pt x="1016" y="5119"/>
                      <a:pt x="1074" y="5119"/>
                    </a:cubicBezTo>
                    <a:cubicBezTo>
                      <a:pt x="1074" y="5119"/>
                      <a:pt x="1075" y="5119"/>
                      <a:pt x="1075" y="5119"/>
                    </a:cubicBezTo>
                    <a:cubicBezTo>
                      <a:pt x="1682" y="4942"/>
                      <a:pt x="2289" y="4779"/>
                      <a:pt x="2896" y="4596"/>
                    </a:cubicBezTo>
                    <a:cubicBezTo>
                      <a:pt x="3368" y="4458"/>
                      <a:pt x="3780" y="4260"/>
                      <a:pt x="4097" y="3873"/>
                    </a:cubicBezTo>
                    <a:cubicBezTo>
                      <a:pt x="4412" y="3480"/>
                      <a:pt x="4623" y="3008"/>
                      <a:pt x="4701" y="2508"/>
                    </a:cubicBezTo>
                    <a:cubicBezTo>
                      <a:pt x="4799" y="1983"/>
                      <a:pt x="4862" y="1360"/>
                      <a:pt x="4679" y="841"/>
                    </a:cubicBezTo>
                    <a:cubicBezTo>
                      <a:pt x="4547" y="457"/>
                      <a:pt x="4261" y="127"/>
                      <a:pt x="3855" y="36"/>
                    </a:cubicBezTo>
                    <a:cubicBezTo>
                      <a:pt x="3739" y="11"/>
                      <a:pt x="3619" y="1"/>
                      <a:pt x="349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1" name="Google Shape;861;p24"/>
              <p:cNvSpPr/>
              <p:nvPr/>
            </p:nvSpPr>
            <p:spPr>
              <a:xfrm>
                <a:off x="460250" y="2041750"/>
                <a:ext cx="104125" cy="64050"/>
              </a:xfrm>
              <a:custGeom>
                <a:avLst/>
                <a:gdLst/>
                <a:ahLst/>
                <a:cxnLst/>
                <a:rect l="l" t="t" r="r" b="b"/>
                <a:pathLst>
                  <a:path w="4165" h="2562" extrusionOk="0">
                    <a:moveTo>
                      <a:pt x="744" y="1"/>
                    </a:moveTo>
                    <a:cubicBezTo>
                      <a:pt x="716" y="1"/>
                      <a:pt x="688" y="1"/>
                      <a:pt x="661" y="1"/>
                    </a:cubicBezTo>
                    <a:cubicBezTo>
                      <a:pt x="406" y="14"/>
                      <a:pt x="189" y="64"/>
                      <a:pt x="98" y="329"/>
                    </a:cubicBezTo>
                    <a:cubicBezTo>
                      <a:pt x="0" y="593"/>
                      <a:pt x="66" y="948"/>
                      <a:pt x="154" y="1216"/>
                    </a:cubicBezTo>
                    <a:cubicBezTo>
                      <a:pt x="334" y="1779"/>
                      <a:pt x="755" y="2562"/>
                      <a:pt x="1425" y="2562"/>
                    </a:cubicBezTo>
                    <a:cubicBezTo>
                      <a:pt x="1438" y="2562"/>
                      <a:pt x="1451" y="2562"/>
                      <a:pt x="1464" y="2562"/>
                    </a:cubicBezTo>
                    <a:cubicBezTo>
                      <a:pt x="1882" y="2562"/>
                      <a:pt x="2306" y="2514"/>
                      <a:pt x="2727" y="2511"/>
                    </a:cubicBezTo>
                    <a:cubicBezTo>
                      <a:pt x="2898" y="2508"/>
                      <a:pt x="3068" y="2506"/>
                      <a:pt x="3239" y="2506"/>
                    </a:cubicBezTo>
                    <a:cubicBezTo>
                      <a:pt x="3535" y="2506"/>
                      <a:pt x="3831" y="2512"/>
                      <a:pt x="4124" y="2530"/>
                    </a:cubicBezTo>
                    <a:cubicBezTo>
                      <a:pt x="4165" y="2530"/>
                      <a:pt x="4070" y="1137"/>
                      <a:pt x="2954" y="458"/>
                    </a:cubicBezTo>
                    <a:cubicBezTo>
                      <a:pt x="2639" y="269"/>
                      <a:pt x="2255" y="206"/>
                      <a:pt x="1903" y="130"/>
                    </a:cubicBezTo>
                    <a:cubicBezTo>
                      <a:pt x="1524" y="42"/>
                      <a:pt x="1132" y="1"/>
                      <a:pt x="74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2" name="Google Shape;862;p24"/>
              <p:cNvSpPr/>
              <p:nvPr/>
            </p:nvSpPr>
            <p:spPr>
              <a:xfrm>
                <a:off x="610400" y="2055325"/>
                <a:ext cx="81600" cy="51950"/>
              </a:xfrm>
              <a:custGeom>
                <a:avLst/>
                <a:gdLst/>
                <a:ahLst/>
                <a:cxnLst/>
                <a:rect l="l" t="t" r="r" b="b"/>
                <a:pathLst>
                  <a:path w="3264" h="2078" extrusionOk="0">
                    <a:moveTo>
                      <a:pt x="2442" y="0"/>
                    </a:moveTo>
                    <a:cubicBezTo>
                      <a:pt x="2107" y="0"/>
                      <a:pt x="1724" y="157"/>
                      <a:pt x="1480" y="276"/>
                    </a:cubicBezTo>
                    <a:cubicBezTo>
                      <a:pt x="829" y="594"/>
                      <a:pt x="304" y="1135"/>
                      <a:pt x="5" y="1795"/>
                    </a:cubicBezTo>
                    <a:cubicBezTo>
                      <a:pt x="1" y="1808"/>
                      <a:pt x="12" y="1820"/>
                      <a:pt x="23" y="1820"/>
                    </a:cubicBezTo>
                    <a:cubicBezTo>
                      <a:pt x="28" y="1820"/>
                      <a:pt x="33" y="1817"/>
                      <a:pt x="36" y="1811"/>
                    </a:cubicBezTo>
                    <a:cubicBezTo>
                      <a:pt x="43" y="1817"/>
                      <a:pt x="49" y="1821"/>
                      <a:pt x="52" y="1821"/>
                    </a:cubicBezTo>
                    <a:cubicBezTo>
                      <a:pt x="502" y="1927"/>
                      <a:pt x="958" y="2009"/>
                      <a:pt x="1417" y="2056"/>
                    </a:cubicBezTo>
                    <a:cubicBezTo>
                      <a:pt x="1542" y="2067"/>
                      <a:pt x="1673" y="2077"/>
                      <a:pt x="1805" y="2077"/>
                    </a:cubicBezTo>
                    <a:cubicBezTo>
                      <a:pt x="2062" y="2077"/>
                      <a:pt x="2321" y="2039"/>
                      <a:pt x="2537" y="1896"/>
                    </a:cubicBezTo>
                    <a:cubicBezTo>
                      <a:pt x="2974" y="1607"/>
                      <a:pt x="3263" y="827"/>
                      <a:pt x="3027" y="336"/>
                    </a:cubicBezTo>
                    <a:cubicBezTo>
                      <a:pt x="2910" y="86"/>
                      <a:pt x="2689" y="0"/>
                      <a:pt x="244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63" name="Google Shape;863;p24"/>
            <p:cNvGrpSpPr/>
            <p:nvPr/>
          </p:nvGrpSpPr>
          <p:grpSpPr>
            <a:xfrm>
              <a:off x="470000" y="1944350"/>
              <a:ext cx="211300" cy="231925"/>
              <a:chOff x="470000" y="1944350"/>
              <a:chExt cx="211300" cy="231925"/>
            </a:xfrm>
          </p:grpSpPr>
          <p:sp>
            <p:nvSpPr>
              <p:cNvPr id="864" name="Google Shape;864;p24"/>
              <p:cNvSpPr/>
              <p:nvPr/>
            </p:nvSpPr>
            <p:spPr>
              <a:xfrm>
                <a:off x="496150" y="1944350"/>
                <a:ext cx="95650" cy="218100"/>
              </a:xfrm>
              <a:custGeom>
                <a:avLst/>
                <a:gdLst/>
                <a:ahLst/>
                <a:cxnLst/>
                <a:rect l="l" t="t" r="r" b="b"/>
                <a:pathLst>
                  <a:path w="3826" h="8724" extrusionOk="0">
                    <a:moveTo>
                      <a:pt x="1187" y="1"/>
                    </a:moveTo>
                    <a:cubicBezTo>
                      <a:pt x="1178" y="1"/>
                      <a:pt x="1172" y="7"/>
                      <a:pt x="1172" y="13"/>
                    </a:cubicBezTo>
                    <a:cubicBezTo>
                      <a:pt x="1099" y="362"/>
                      <a:pt x="1074" y="721"/>
                      <a:pt x="1090" y="1079"/>
                    </a:cubicBezTo>
                    <a:cubicBezTo>
                      <a:pt x="907" y="721"/>
                      <a:pt x="719" y="369"/>
                      <a:pt x="514" y="23"/>
                    </a:cubicBezTo>
                    <a:cubicBezTo>
                      <a:pt x="509" y="13"/>
                      <a:pt x="501" y="10"/>
                      <a:pt x="493" y="10"/>
                    </a:cubicBezTo>
                    <a:cubicBezTo>
                      <a:pt x="475" y="10"/>
                      <a:pt x="457" y="32"/>
                      <a:pt x="470" y="54"/>
                    </a:cubicBezTo>
                    <a:cubicBezTo>
                      <a:pt x="791" y="658"/>
                      <a:pt x="1084" y="1287"/>
                      <a:pt x="1360" y="1916"/>
                    </a:cubicBezTo>
                    <a:cubicBezTo>
                      <a:pt x="970" y="1576"/>
                      <a:pt x="524" y="1318"/>
                      <a:pt x="36" y="1149"/>
                    </a:cubicBezTo>
                    <a:cubicBezTo>
                      <a:pt x="34" y="1148"/>
                      <a:pt x="32" y="1148"/>
                      <a:pt x="30" y="1148"/>
                    </a:cubicBezTo>
                    <a:cubicBezTo>
                      <a:pt x="12" y="1148"/>
                      <a:pt x="0" y="1174"/>
                      <a:pt x="21" y="1180"/>
                    </a:cubicBezTo>
                    <a:cubicBezTo>
                      <a:pt x="546" y="1410"/>
                      <a:pt x="1030" y="1727"/>
                      <a:pt x="1445" y="2124"/>
                    </a:cubicBezTo>
                    <a:cubicBezTo>
                      <a:pt x="1647" y="2586"/>
                      <a:pt x="1832" y="3048"/>
                      <a:pt x="2011" y="3520"/>
                    </a:cubicBezTo>
                    <a:cubicBezTo>
                      <a:pt x="1486" y="3004"/>
                      <a:pt x="766" y="2665"/>
                      <a:pt x="71" y="2482"/>
                    </a:cubicBezTo>
                    <a:cubicBezTo>
                      <a:pt x="68" y="2481"/>
                      <a:pt x="66" y="2481"/>
                      <a:pt x="64" y="2481"/>
                    </a:cubicBezTo>
                    <a:cubicBezTo>
                      <a:pt x="45" y="2481"/>
                      <a:pt x="42" y="2514"/>
                      <a:pt x="61" y="2517"/>
                    </a:cubicBezTo>
                    <a:cubicBezTo>
                      <a:pt x="870" y="2762"/>
                      <a:pt x="1499" y="3218"/>
                      <a:pt x="2106" y="3769"/>
                    </a:cubicBezTo>
                    <a:cubicBezTo>
                      <a:pt x="2178" y="3957"/>
                      <a:pt x="2247" y="4149"/>
                      <a:pt x="2317" y="4338"/>
                    </a:cubicBezTo>
                    <a:cubicBezTo>
                      <a:pt x="2574" y="5058"/>
                      <a:pt x="2823" y="5781"/>
                      <a:pt x="3059" y="6511"/>
                    </a:cubicBezTo>
                    <a:cubicBezTo>
                      <a:pt x="3172" y="6860"/>
                      <a:pt x="3282" y="7213"/>
                      <a:pt x="3392" y="7562"/>
                    </a:cubicBezTo>
                    <a:cubicBezTo>
                      <a:pt x="3512" y="7939"/>
                      <a:pt x="3600" y="8335"/>
                      <a:pt x="3751" y="8700"/>
                    </a:cubicBezTo>
                    <a:cubicBezTo>
                      <a:pt x="3757" y="8716"/>
                      <a:pt x="3773" y="8724"/>
                      <a:pt x="3787" y="8724"/>
                    </a:cubicBezTo>
                    <a:cubicBezTo>
                      <a:pt x="3807" y="8724"/>
                      <a:pt x="3825" y="8710"/>
                      <a:pt x="3820" y="8685"/>
                    </a:cubicBezTo>
                    <a:cubicBezTo>
                      <a:pt x="3735" y="8326"/>
                      <a:pt x="3638" y="7967"/>
                      <a:pt x="3518" y="7618"/>
                    </a:cubicBezTo>
                    <a:cubicBezTo>
                      <a:pt x="3405" y="7235"/>
                      <a:pt x="3292" y="6851"/>
                      <a:pt x="3172" y="6470"/>
                    </a:cubicBezTo>
                    <a:cubicBezTo>
                      <a:pt x="2939" y="5722"/>
                      <a:pt x="2700" y="4976"/>
                      <a:pt x="2436" y="4240"/>
                    </a:cubicBezTo>
                    <a:cubicBezTo>
                      <a:pt x="2279" y="3800"/>
                      <a:pt x="2112" y="3363"/>
                      <a:pt x="1933" y="2932"/>
                    </a:cubicBezTo>
                    <a:cubicBezTo>
                      <a:pt x="1955" y="2658"/>
                      <a:pt x="1989" y="2388"/>
                      <a:pt x="2037" y="2117"/>
                    </a:cubicBezTo>
                    <a:cubicBezTo>
                      <a:pt x="2106" y="1790"/>
                      <a:pt x="2210" y="1476"/>
                      <a:pt x="2304" y="1158"/>
                    </a:cubicBezTo>
                    <a:cubicBezTo>
                      <a:pt x="2308" y="1146"/>
                      <a:pt x="2295" y="1136"/>
                      <a:pt x="2283" y="1136"/>
                    </a:cubicBezTo>
                    <a:cubicBezTo>
                      <a:pt x="2277" y="1136"/>
                      <a:pt x="2272" y="1139"/>
                      <a:pt x="2269" y="1145"/>
                    </a:cubicBezTo>
                    <a:cubicBezTo>
                      <a:pt x="2081" y="1586"/>
                      <a:pt x="1832" y="2149"/>
                      <a:pt x="1829" y="2671"/>
                    </a:cubicBezTo>
                    <a:cubicBezTo>
                      <a:pt x="1625" y="2180"/>
                      <a:pt x="1404" y="1699"/>
                      <a:pt x="1169" y="1224"/>
                    </a:cubicBezTo>
                    <a:cubicBezTo>
                      <a:pt x="1140" y="825"/>
                      <a:pt x="1153" y="419"/>
                      <a:pt x="1200" y="16"/>
                    </a:cubicBezTo>
                    <a:cubicBezTo>
                      <a:pt x="1200" y="10"/>
                      <a:pt x="1194" y="1"/>
                      <a:pt x="1187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5" name="Google Shape;865;p24"/>
              <p:cNvSpPr/>
              <p:nvPr/>
            </p:nvSpPr>
            <p:spPr>
              <a:xfrm>
                <a:off x="541625" y="1960425"/>
                <a:ext cx="8800" cy="19475"/>
              </a:xfrm>
              <a:custGeom>
                <a:avLst/>
                <a:gdLst/>
                <a:ahLst/>
                <a:cxnLst/>
                <a:rect l="l" t="t" r="r" b="b"/>
                <a:pathLst>
                  <a:path w="352" h="779" extrusionOk="0">
                    <a:moveTo>
                      <a:pt x="325" y="0"/>
                    </a:moveTo>
                    <a:cubicBezTo>
                      <a:pt x="317" y="0"/>
                      <a:pt x="308" y="5"/>
                      <a:pt x="303" y="15"/>
                    </a:cubicBezTo>
                    <a:cubicBezTo>
                      <a:pt x="155" y="245"/>
                      <a:pt x="51" y="502"/>
                      <a:pt x="1" y="770"/>
                    </a:cubicBezTo>
                    <a:cubicBezTo>
                      <a:pt x="1" y="775"/>
                      <a:pt x="5" y="779"/>
                      <a:pt x="8" y="779"/>
                    </a:cubicBezTo>
                    <a:cubicBezTo>
                      <a:pt x="11" y="779"/>
                      <a:pt x="13" y="777"/>
                      <a:pt x="13" y="773"/>
                    </a:cubicBezTo>
                    <a:cubicBezTo>
                      <a:pt x="108" y="518"/>
                      <a:pt x="218" y="276"/>
                      <a:pt x="343" y="34"/>
                    </a:cubicBezTo>
                    <a:cubicBezTo>
                      <a:pt x="351" y="14"/>
                      <a:pt x="339" y="0"/>
                      <a:pt x="325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6" name="Google Shape;866;p24"/>
              <p:cNvSpPr/>
              <p:nvPr/>
            </p:nvSpPr>
            <p:spPr>
              <a:xfrm>
                <a:off x="492475" y="1998050"/>
                <a:ext cx="19525" cy="7350"/>
              </a:xfrm>
              <a:custGeom>
                <a:avLst/>
                <a:gdLst/>
                <a:ahLst/>
                <a:cxnLst/>
                <a:rect l="l" t="t" r="r" b="b"/>
                <a:pathLst>
                  <a:path w="781" h="294" extrusionOk="0">
                    <a:moveTo>
                      <a:pt x="13" y="1"/>
                    </a:moveTo>
                    <a:cubicBezTo>
                      <a:pt x="4" y="1"/>
                      <a:pt x="1" y="7"/>
                      <a:pt x="13" y="13"/>
                    </a:cubicBezTo>
                    <a:cubicBezTo>
                      <a:pt x="136" y="64"/>
                      <a:pt x="262" y="98"/>
                      <a:pt x="388" y="145"/>
                    </a:cubicBezTo>
                    <a:cubicBezTo>
                      <a:pt x="507" y="193"/>
                      <a:pt x="630" y="252"/>
                      <a:pt x="756" y="293"/>
                    </a:cubicBezTo>
                    <a:cubicBezTo>
                      <a:pt x="768" y="293"/>
                      <a:pt x="781" y="287"/>
                      <a:pt x="781" y="274"/>
                    </a:cubicBezTo>
                    <a:cubicBezTo>
                      <a:pt x="781" y="268"/>
                      <a:pt x="775" y="265"/>
                      <a:pt x="768" y="256"/>
                    </a:cubicBezTo>
                    <a:cubicBezTo>
                      <a:pt x="532" y="127"/>
                      <a:pt x="278" y="38"/>
                      <a:pt x="13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7" name="Google Shape;867;p24"/>
              <p:cNvSpPr/>
              <p:nvPr/>
            </p:nvSpPr>
            <p:spPr>
              <a:xfrm>
                <a:off x="494675" y="1947975"/>
                <a:ext cx="6825" cy="4525"/>
              </a:xfrm>
              <a:custGeom>
                <a:avLst/>
                <a:gdLst/>
                <a:ahLst/>
                <a:cxnLst/>
                <a:rect l="l" t="t" r="r" b="b"/>
                <a:pathLst>
                  <a:path w="273" h="181" extrusionOk="0">
                    <a:moveTo>
                      <a:pt x="10" y="1"/>
                    </a:moveTo>
                    <a:cubicBezTo>
                      <a:pt x="5" y="1"/>
                      <a:pt x="3" y="5"/>
                      <a:pt x="1" y="10"/>
                    </a:cubicBezTo>
                    <a:cubicBezTo>
                      <a:pt x="1" y="13"/>
                      <a:pt x="1" y="22"/>
                      <a:pt x="4" y="22"/>
                    </a:cubicBezTo>
                    <a:cubicBezTo>
                      <a:pt x="80" y="82"/>
                      <a:pt x="158" y="132"/>
                      <a:pt x="243" y="180"/>
                    </a:cubicBezTo>
                    <a:cubicBezTo>
                      <a:pt x="245" y="180"/>
                      <a:pt x="246" y="181"/>
                      <a:pt x="248" y="181"/>
                    </a:cubicBezTo>
                    <a:cubicBezTo>
                      <a:pt x="260" y="181"/>
                      <a:pt x="273" y="162"/>
                      <a:pt x="259" y="151"/>
                    </a:cubicBezTo>
                    <a:cubicBezTo>
                      <a:pt x="183" y="91"/>
                      <a:pt x="102" y="41"/>
                      <a:pt x="17" y="3"/>
                    </a:cubicBezTo>
                    <a:cubicBezTo>
                      <a:pt x="14" y="2"/>
                      <a:pt x="12" y="1"/>
                      <a:pt x="10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8" name="Google Shape;868;p24"/>
              <p:cNvSpPr/>
              <p:nvPr/>
            </p:nvSpPr>
            <p:spPr>
              <a:xfrm>
                <a:off x="576300" y="1965800"/>
                <a:ext cx="90300" cy="202750"/>
              </a:xfrm>
              <a:custGeom>
                <a:avLst/>
                <a:gdLst/>
                <a:ahLst/>
                <a:cxnLst/>
                <a:rect l="l" t="t" r="r" b="b"/>
                <a:pathLst>
                  <a:path w="3612" h="8110" extrusionOk="0">
                    <a:moveTo>
                      <a:pt x="3532" y="1"/>
                    </a:moveTo>
                    <a:cubicBezTo>
                      <a:pt x="3529" y="1"/>
                      <a:pt x="3526" y="2"/>
                      <a:pt x="3523" y="4"/>
                    </a:cubicBezTo>
                    <a:cubicBezTo>
                      <a:pt x="3202" y="234"/>
                      <a:pt x="2844" y="369"/>
                      <a:pt x="2485" y="523"/>
                    </a:cubicBezTo>
                    <a:cubicBezTo>
                      <a:pt x="2570" y="375"/>
                      <a:pt x="2649" y="225"/>
                      <a:pt x="2731" y="77"/>
                    </a:cubicBezTo>
                    <a:cubicBezTo>
                      <a:pt x="2746" y="47"/>
                      <a:pt x="2722" y="16"/>
                      <a:pt x="2696" y="16"/>
                    </a:cubicBezTo>
                    <a:cubicBezTo>
                      <a:pt x="2686" y="16"/>
                      <a:pt x="2676" y="21"/>
                      <a:pt x="2668" y="33"/>
                    </a:cubicBezTo>
                    <a:cubicBezTo>
                      <a:pt x="2347" y="495"/>
                      <a:pt x="2061" y="979"/>
                      <a:pt x="1806" y="1479"/>
                    </a:cubicBezTo>
                    <a:cubicBezTo>
                      <a:pt x="1740" y="1039"/>
                      <a:pt x="1721" y="599"/>
                      <a:pt x="1743" y="155"/>
                    </a:cubicBezTo>
                    <a:cubicBezTo>
                      <a:pt x="1743" y="149"/>
                      <a:pt x="1743" y="146"/>
                      <a:pt x="1740" y="143"/>
                    </a:cubicBezTo>
                    <a:cubicBezTo>
                      <a:pt x="1734" y="143"/>
                      <a:pt x="1730" y="143"/>
                      <a:pt x="1727" y="146"/>
                    </a:cubicBezTo>
                    <a:lnTo>
                      <a:pt x="1727" y="149"/>
                    </a:lnTo>
                    <a:cubicBezTo>
                      <a:pt x="1652" y="633"/>
                      <a:pt x="1655" y="1124"/>
                      <a:pt x="1743" y="1605"/>
                    </a:cubicBezTo>
                    <a:cubicBezTo>
                      <a:pt x="1529" y="2030"/>
                      <a:pt x="1337" y="2461"/>
                      <a:pt x="1164" y="2901"/>
                    </a:cubicBezTo>
                    <a:cubicBezTo>
                      <a:pt x="1095" y="2640"/>
                      <a:pt x="1007" y="2379"/>
                      <a:pt x="944" y="2112"/>
                    </a:cubicBezTo>
                    <a:cubicBezTo>
                      <a:pt x="850" y="1731"/>
                      <a:pt x="822" y="1338"/>
                      <a:pt x="853" y="945"/>
                    </a:cubicBezTo>
                    <a:cubicBezTo>
                      <a:pt x="853" y="942"/>
                      <a:pt x="850" y="935"/>
                      <a:pt x="847" y="935"/>
                    </a:cubicBezTo>
                    <a:cubicBezTo>
                      <a:pt x="844" y="935"/>
                      <a:pt x="837" y="942"/>
                      <a:pt x="837" y="945"/>
                    </a:cubicBezTo>
                    <a:cubicBezTo>
                      <a:pt x="733" y="1668"/>
                      <a:pt x="818" y="2407"/>
                      <a:pt x="1095" y="3087"/>
                    </a:cubicBezTo>
                    <a:cubicBezTo>
                      <a:pt x="991" y="3351"/>
                      <a:pt x="897" y="3618"/>
                      <a:pt x="806" y="3886"/>
                    </a:cubicBezTo>
                    <a:cubicBezTo>
                      <a:pt x="350" y="5241"/>
                      <a:pt x="79" y="6656"/>
                      <a:pt x="1" y="8088"/>
                    </a:cubicBezTo>
                    <a:cubicBezTo>
                      <a:pt x="1" y="8103"/>
                      <a:pt x="13" y="8110"/>
                      <a:pt x="29" y="8110"/>
                    </a:cubicBezTo>
                    <a:cubicBezTo>
                      <a:pt x="42" y="8110"/>
                      <a:pt x="48" y="8103"/>
                      <a:pt x="51" y="8091"/>
                    </a:cubicBezTo>
                    <a:cubicBezTo>
                      <a:pt x="208" y="6682"/>
                      <a:pt x="513" y="5288"/>
                      <a:pt x="957" y="3936"/>
                    </a:cubicBezTo>
                    <a:cubicBezTo>
                      <a:pt x="1136" y="3407"/>
                      <a:pt x="1334" y="2895"/>
                      <a:pt x="1554" y="2392"/>
                    </a:cubicBezTo>
                    <a:cubicBezTo>
                      <a:pt x="1913" y="2285"/>
                      <a:pt x="2275" y="2143"/>
                      <a:pt x="2621" y="2020"/>
                    </a:cubicBezTo>
                    <a:cubicBezTo>
                      <a:pt x="2970" y="1898"/>
                      <a:pt x="3316" y="1766"/>
                      <a:pt x="3605" y="1542"/>
                    </a:cubicBezTo>
                    <a:cubicBezTo>
                      <a:pt x="3611" y="1536"/>
                      <a:pt x="3611" y="1530"/>
                      <a:pt x="3605" y="1520"/>
                    </a:cubicBezTo>
                    <a:lnTo>
                      <a:pt x="3596" y="1523"/>
                    </a:lnTo>
                    <a:cubicBezTo>
                      <a:pt x="3215" y="1706"/>
                      <a:pt x="2816" y="1863"/>
                      <a:pt x="2407" y="1989"/>
                    </a:cubicBezTo>
                    <a:cubicBezTo>
                      <a:pt x="2136" y="2064"/>
                      <a:pt x="1869" y="2159"/>
                      <a:pt x="1614" y="2278"/>
                    </a:cubicBezTo>
                    <a:cubicBezTo>
                      <a:pt x="1869" y="1706"/>
                      <a:pt x="2152" y="1149"/>
                      <a:pt x="2448" y="596"/>
                    </a:cubicBezTo>
                    <a:cubicBezTo>
                      <a:pt x="2838" y="479"/>
                      <a:pt x="3250" y="303"/>
                      <a:pt x="3545" y="30"/>
                    </a:cubicBezTo>
                    <a:cubicBezTo>
                      <a:pt x="3552" y="20"/>
                      <a:pt x="3552" y="7"/>
                      <a:pt x="3545" y="4"/>
                    </a:cubicBezTo>
                    <a:cubicBezTo>
                      <a:pt x="3542" y="3"/>
                      <a:pt x="3537" y="1"/>
                      <a:pt x="3532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9" name="Google Shape;869;p24"/>
              <p:cNvSpPr/>
              <p:nvPr/>
            </p:nvSpPr>
            <p:spPr>
              <a:xfrm>
                <a:off x="652575" y="1989550"/>
                <a:ext cx="28325" cy="12075"/>
              </a:xfrm>
              <a:custGeom>
                <a:avLst/>
                <a:gdLst/>
                <a:ahLst/>
                <a:cxnLst/>
                <a:rect l="l" t="t" r="r" b="b"/>
                <a:pathLst>
                  <a:path w="1133" h="483" extrusionOk="0">
                    <a:moveTo>
                      <a:pt x="1114" y="1"/>
                    </a:moveTo>
                    <a:cubicBezTo>
                      <a:pt x="1113" y="1"/>
                      <a:pt x="1112" y="1"/>
                      <a:pt x="1111" y="1"/>
                    </a:cubicBezTo>
                    <a:cubicBezTo>
                      <a:pt x="740" y="136"/>
                      <a:pt x="390" y="322"/>
                      <a:pt x="16" y="451"/>
                    </a:cubicBezTo>
                    <a:cubicBezTo>
                      <a:pt x="0" y="457"/>
                      <a:pt x="10" y="482"/>
                      <a:pt x="29" y="482"/>
                    </a:cubicBezTo>
                    <a:cubicBezTo>
                      <a:pt x="419" y="397"/>
                      <a:pt x="809" y="281"/>
                      <a:pt x="1126" y="20"/>
                    </a:cubicBezTo>
                    <a:cubicBezTo>
                      <a:pt x="1132" y="14"/>
                      <a:pt x="1125" y="1"/>
                      <a:pt x="1114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0" name="Google Shape;870;p24"/>
              <p:cNvSpPr/>
              <p:nvPr/>
            </p:nvSpPr>
            <p:spPr>
              <a:xfrm>
                <a:off x="599425" y="1969200"/>
                <a:ext cx="5125" cy="26875"/>
              </a:xfrm>
              <a:custGeom>
                <a:avLst/>
                <a:gdLst/>
                <a:ahLst/>
                <a:cxnLst/>
                <a:rect l="l" t="t" r="r" b="b"/>
                <a:pathLst>
                  <a:path w="205" h="1075" extrusionOk="0">
                    <a:moveTo>
                      <a:pt x="186" y="1"/>
                    </a:moveTo>
                    <a:cubicBezTo>
                      <a:pt x="181" y="1"/>
                      <a:pt x="177" y="3"/>
                      <a:pt x="173" y="10"/>
                    </a:cubicBezTo>
                    <a:cubicBezTo>
                      <a:pt x="73" y="353"/>
                      <a:pt x="0" y="714"/>
                      <a:pt x="104" y="1064"/>
                    </a:cubicBezTo>
                    <a:cubicBezTo>
                      <a:pt x="106" y="1070"/>
                      <a:pt x="112" y="1074"/>
                      <a:pt x="118" y="1074"/>
                    </a:cubicBezTo>
                    <a:cubicBezTo>
                      <a:pt x="123" y="1074"/>
                      <a:pt x="128" y="1071"/>
                      <a:pt x="129" y="1064"/>
                    </a:cubicBezTo>
                    <a:cubicBezTo>
                      <a:pt x="151" y="705"/>
                      <a:pt x="129" y="365"/>
                      <a:pt x="205" y="22"/>
                    </a:cubicBezTo>
                    <a:cubicBezTo>
                      <a:pt x="205" y="10"/>
                      <a:pt x="195" y="1"/>
                      <a:pt x="186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1" name="Google Shape;871;p24"/>
              <p:cNvSpPr/>
              <p:nvPr/>
            </p:nvSpPr>
            <p:spPr>
              <a:xfrm>
                <a:off x="638425" y="1949700"/>
                <a:ext cx="5675" cy="15100"/>
              </a:xfrm>
              <a:custGeom>
                <a:avLst/>
                <a:gdLst/>
                <a:ahLst/>
                <a:cxnLst/>
                <a:rect l="l" t="t" r="r" b="b"/>
                <a:pathLst>
                  <a:path w="227" h="604" extrusionOk="0">
                    <a:moveTo>
                      <a:pt x="202" y="0"/>
                    </a:moveTo>
                    <a:cubicBezTo>
                      <a:pt x="195" y="0"/>
                      <a:pt x="186" y="4"/>
                      <a:pt x="180" y="7"/>
                    </a:cubicBezTo>
                    <a:cubicBezTo>
                      <a:pt x="60" y="177"/>
                      <a:pt x="0" y="381"/>
                      <a:pt x="16" y="589"/>
                    </a:cubicBezTo>
                    <a:cubicBezTo>
                      <a:pt x="16" y="596"/>
                      <a:pt x="25" y="603"/>
                      <a:pt x="32" y="603"/>
                    </a:cubicBezTo>
                    <a:cubicBezTo>
                      <a:pt x="36" y="603"/>
                      <a:pt x="40" y="601"/>
                      <a:pt x="41" y="595"/>
                    </a:cubicBezTo>
                    <a:cubicBezTo>
                      <a:pt x="88" y="397"/>
                      <a:pt x="164" y="221"/>
                      <a:pt x="221" y="32"/>
                    </a:cubicBezTo>
                    <a:cubicBezTo>
                      <a:pt x="227" y="19"/>
                      <a:pt x="217" y="4"/>
                      <a:pt x="202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2" name="Google Shape;872;p24"/>
              <p:cNvSpPr/>
              <p:nvPr/>
            </p:nvSpPr>
            <p:spPr>
              <a:xfrm>
                <a:off x="474875" y="2047750"/>
                <a:ext cx="116400" cy="124925"/>
              </a:xfrm>
              <a:custGeom>
                <a:avLst/>
                <a:gdLst/>
                <a:ahLst/>
                <a:cxnLst/>
                <a:rect l="l" t="t" r="r" b="b"/>
                <a:pathLst>
                  <a:path w="4656" h="4997" extrusionOk="0">
                    <a:moveTo>
                      <a:pt x="281" y="0"/>
                    </a:moveTo>
                    <a:cubicBezTo>
                      <a:pt x="272" y="0"/>
                      <a:pt x="262" y="17"/>
                      <a:pt x="274" y="26"/>
                    </a:cubicBezTo>
                    <a:cubicBezTo>
                      <a:pt x="393" y="111"/>
                      <a:pt x="526" y="186"/>
                      <a:pt x="642" y="284"/>
                    </a:cubicBezTo>
                    <a:cubicBezTo>
                      <a:pt x="721" y="356"/>
                      <a:pt x="796" y="425"/>
                      <a:pt x="865" y="504"/>
                    </a:cubicBezTo>
                    <a:cubicBezTo>
                      <a:pt x="595" y="419"/>
                      <a:pt x="315" y="340"/>
                      <a:pt x="47" y="268"/>
                    </a:cubicBezTo>
                    <a:cubicBezTo>
                      <a:pt x="42" y="267"/>
                      <a:pt x="38" y="266"/>
                      <a:pt x="34" y="266"/>
                    </a:cubicBezTo>
                    <a:cubicBezTo>
                      <a:pt x="1" y="266"/>
                      <a:pt x="7" y="297"/>
                      <a:pt x="57" y="299"/>
                    </a:cubicBezTo>
                    <a:cubicBezTo>
                      <a:pt x="566" y="497"/>
                      <a:pt x="1082" y="658"/>
                      <a:pt x="1592" y="856"/>
                    </a:cubicBezTo>
                    <a:cubicBezTo>
                      <a:pt x="1256" y="872"/>
                      <a:pt x="924" y="955"/>
                      <a:pt x="589" y="955"/>
                    </a:cubicBezTo>
                    <a:cubicBezTo>
                      <a:pt x="460" y="955"/>
                      <a:pt x="330" y="943"/>
                      <a:pt x="198" y="909"/>
                    </a:cubicBezTo>
                    <a:cubicBezTo>
                      <a:pt x="196" y="909"/>
                      <a:pt x="194" y="908"/>
                      <a:pt x="192" y="908"/>
                    </a:cubicBezTo>
                    <a:cubicBezTo>
                      <a:pt x="186" y="908"/>
                      <a:pt x="183" y="912"/>
                      <a:pt x="183" y="919"/>
                    </a:cubicBezTo>
                    <a:cubicBezTo>
                      <a:pt x="176" y="925"/>
                      <a:pt x="183" y="935"/>
                      <a:pt x="189" y="935"/>
                    </a:cubicBezTo>
                    <a:cubicBezTo>
                      <a:pt x="366" y="993"/>
                      <a:pt x="547" y="1014"/>
                      <a:pt x="730" y="1014"/>
                    </a:cubicBezTo>
                    <a:cubicBezTo>
                      <a:pt x="1058" y="1014"/>
                      <a:pt x="1391" y="947"/>
                      <a:pt x="1714" y="906"/>
                    </a:cubicBezTo>
                    <a:lnTo>
                      <a:pt x="1787" y="938"/>
                    </a:lnTo>
                    <a:cubicBezTo>
                      <a:pt x="2215" y="1104"/>
                      <a:pt x="2608" y="1356"/>
                      <a:pt x="2947" y="1677"/>
                    </a:cubicBezTo>
                    <a:cubicBezTo>
                      <a:pt x="2787" y="1643"/>
                      <a:pt x="2625" y="1631"/>
                      <a:pt x="2462" y="1631"/>
                    </a:cubicBezTo>
                    <a:cubicBezTo>
                      <a:pt x="2070" y="1631"/>
                      <a:pt x="1674" y="1700"/>
                      <a:pt x="1280" y="1700"/>
                    </a:cubicBezTo>
                    <a:cubicBezTo>
                      <a:pt x="1035" y="1700"/>
                      <a:pt x="791" y="1673"/>
                      <a:pt x="551" y="1586"/>
                    </a:cubicBezTo>
                    <a:cubicBezTo>
                      <a:pt x="550" y="1586"/>
                      <a:pt x="550" y="1585"/>
                      <a:pt x="549" y="1585"/>
                    </a:cubicBezTo>
                    <a:cubicBezTo>
                      <a:pt x="540" y="1585"/>
                      <a:pt x="526" y="1608"/>
                      <a:pt x="541" y="1617"/>
                    </a:cubicBezTo>
                    <a:cubicBezTo>
                      <a:pt x="790" y="1755"/>
                      <a:pt x="1079" y="1794"/>
                      <a:pt x="1363" y="1794"/>
                    </a:cubicBezTo>
                    <a:cubicBezTo>
                      <a:pt x="1482" y="1794"/>
                      <a:pt x="1600" y="1787"/>
                      <a:pt x="1714" y="1778"/>
                    </a:cubicBezTo>
                    <a:cubicBezTo>
                      <a:pt x="1957" y="1759"/>
                      <a:pt x="2192" y="1724"/>
                      <a:pt x="2428" y="1724"/>
                    </a:cubicBezTo>
                    <a:cubicBezTo>
                      <a:pt x="2633" y="1724"/>
                      <a:pt x="2831" y="1740"/>
                      <a:pt x="3035" y="1765"/>
                    </a:cubicBezTo>
                    <a:cubicBezTo>
                      <a:pt x="3092" y="1825"/>
                      <a:pt x="3145" y="1885"/>
                      <a:pt x="3199" y="1947"/>
                    </a:cubicBezTo>
                    <a:cubicBezTo>
                      <a:pt x="3932" y="2812"/>
                      <a:pt x="4419" y="3863"/>
                      <a:pt x="4608" y="4979"/>
                    </a:cubicBezTo>
                    <a:cubicBezTo>
                      <a:pt x="4611" y="4991"/>
                      <a:pt x="4619" y="4996"/>
                      <a:pt x="4629" y="4996"/>
                    </a:cubicBezTo>
                    <a:cubicBezTo>
                      <a:pt x="4641" y="4996"/>
                      <a:pt x="4655" y="4986"/>
                      <a:pt x="4655" y="4970"/>
                    </a:cubicBezTo>
                    <a:cubicBezTo>
                      <a:pt x="4652" y="3831"/>
                      <a:pt x="4070" y="2715"/>
                      <a:pt x="3331" y="1872"/>
                    </a:cubicBezTo>
                    <a:cubicBezTo>
                      <a:pt x="3142" y="1661"/>
                      <a:pt x="2928" y="1466"/>
                      <a:pt x="2699" y="1299"/>
                    </a:cubicBezTo>
                    <a:cubicBezTo>
                      <a:pt x="2554" y="878"/>
                      <a:pt x="2233" y="532"/>
                      <a:pt x="1825" y="356"/>
                    </a:cubicBezTo>
                    <a:cubicBezTo>
                      <a:pt x="1822" y="352"/>
                      <a:pt x="1818" y="350"/>
                      <a:pt x="1814" y="350"/>
                    </a:cubicBezTo>
                    <a:cubicBezTo>
                      <a:pt x="1809" y="350"/>
                      <a:pt x="1804" y="354"/>
                      <a:pt x="1802" y="359"/>
                    </a:cubicBezTo>
                    <a:cubicBezTo>
                      <a:pt x="1793" y="369"/>
                      <a:pt x="1799" y="378"/>
                      <a:pt x="1806" y="384"/>
                    </a:cubicBezTo>
                    <a:cubicBezTo>
                      <a:pt x="1997" y="519"/>
                      <a:pt x="2199" y="626"/>
                      <a:pt x="2350" y="818"/>
                    </a:cubicBezTo>
                    <a:cubicBezTo>
                      <a:pt x="2438" y="950"/>
                      <a:pt x="2513" y="1082"/>
                      <a:pt x="2579" y="1224"/>
                    </a:cubicBezTo>
                    <a:cubicBezTo>
                      <a:pt x="2375" y="1092"/>
                      <a:pt x="2164" y="976"/>
                      <a:pt x="1941" y="887"/>
                    </a:cubicBezTo>
                    <a:cubicBezTo>
                      <a:pt x="1617" y="755"/>
                      <a:pt x="1280" y="633"/>
                      <a:pt x="941" y="523"/>
                    </a:cubicBezTo>
                    <a:cubicBezTo>
                      <a:pt x="777" y="293"/>
                      <a:pt x="548" y="111"/>
                      <a:pt x="283" y="1"/>
                    </a:cubicBezTo>
                    <a:cubicBezTo>
                      <a:pt x="283" y="0"/>
                      <a:pt x="282" y="0"/>
                      <a:pt x="281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3" name="Google Shape;873;p24"/>
              <p:cNvSpPr/>
              <p:nvPr/>
            </p:nvSpPr>
            <p:spPr>
              <a:xfrm>
                <a:off x="470000" y="2066850"/>
                <a:ext cx="18975" cy="2325"/>
              </a:xfrm>
              <a:custGeom>
                <a:avLst/>
                <a:gdLst/>
                <a:ahLst/>
                <a:cxnLst/>
                <a:rect l="l" t="t" r="r" b="b"/>
                <a:pathLst>
                  <a:path w="759" h="93" extrusionOk="0">
                    <a:moveTo>
                      <a:pt x="19" y="1"/>
                    </a:moveTo>
                    <a:cubicBezTo>
                      <a:pt x="7" y="1"/>
                      <a:pt x="0" y="17"/>
                      <a:pt x="13" y="20"/>
                    </a:cubicBezTo>
                    <a:cubicBezTo>
                      <a:pt x="164" y="67"/>
                      <a:pt x="321" y="93"/>
                      <a:pt x="478" y="93"/>
                    </a:cubicBezTo>
                    <a:cubicBezTo>
                      <a:pt x="569" y="93"/>
                      <a:pt x="661" y="84"/>
                      <a:pt x="752" y="67"/>
                    </a:cubicBezTo>
                    <a:cubicBezTo>
                      <a:pt x="758" y="64"/>
                      <a:pt x="755" y="54"/>
                      <a:pt x="752" y="54"/>
                    </a:cubicBezTo>
                    <a:cubicBezTo>
                      <a:pt x="507" y="51"/>
                      <a:pt x="264" y="32"/>
                      <a:pt x="19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4" name="Google Shape;874;p24"/>
              <p:cNvSpPr/>
              <p:nvPr/>
            </p:nvSpPr>
            <p:spPr>
              <a:xfrm>
                <a:off x="510975" y="2054750"/>
                <a:ext cx="10100" cy="7000"/>
              </a:xfrm>
              <a:custGeom>
                <a:avLst/>
                <a:gdLst/>
                <a:ahLst/>
                <a:cxnLst/>
                <a:rect l="l" t="t" r="r" b="b"/>
                <a:pathLst>
                  <a:path w="404" h="280" extrusionOk="0">
                    <a:moveTo>
                      <a:pt x="32" y="0"/>
                    </a:moveTo>
                    <a:cubicBezTo>
                      <a:pt x="14" y="0"/>
                      <a:pt x="0" y="26"/>
                      <a:pt x="3" y="32"/>
                    </a:cubicBezTo>
                    <a:cubicBezTo>
                      <a:pt x="63" y="76"/>
                      <a:pt x="123" y="111"/>
                      <a:pt x="186" y="145"/>
                    </a:cubicBezTo>
                    <a:cubicBezTo>
                      <a:pt x="248" y="186"/>
                      <a:pt x="311" y="233"/>
                      <a:pt x="374" y="277"/>
                    </a:cubicBezTo>
                    <a:cubicBezTo>
                      <a:pt x="377" y="279"/>
                      <a:pt x="380" y="280"/>
                      <a:pt x="383" y="280"/>
                    </a:cubicBezTo>
                    <a:cubicBezTo>
                      <a:pt x="397" y="280"/>
                      <a:pt x="404" y="263"/>
                      <a:pt x="393" y="252"/>
                    </a:cubicBezTo>
                    <a:cubicBezTo>
                      <a:pt x="292" y="145"/>
                      <a:pt x="170" y="63"/>
                      <a:pt x="35" y="0"/>
                    </a:cubicBezTo>
                    <a:cubicBezTo>
                      <a:pt x="34" y="0"/>
                      <a:pt x="33" y="0"/>
                      <a:pt x="32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5" name="Google Shape;875;p24"/>
              <p:cNvSpPr/>
              <p:nvPr/>
            </p:nvSpPr>
            <p:spPr>
              <a:xfrm>
                <a:off x="568125" y="2064025"/>
                <a:ext cx="107750" cy="112250"/>
              </a:xfrm>
              <a:custGeom>
                <a:avLst/>
                <a:gdLst/>
                <a:ahLst/>
                <a:cxnLst/>
                <a:rect l="l" t="t" r="r" b="b"/>
                <a:pathLst>
                  <a:path w="4310" h="4490" extrusionOk="0">
                    <a:moveTo>
                      <a:pt x="3904" y="1"/>
                    </a:moveTo>
                    <a:cubicBezTo>
                      <a:pt x="3668" y="126"/>
                      <a:pt x="3479" y="318"/>
                      <a:pt x="3353" y="551"/>
                    </a:cubicBezTo>
                    <a:cubicBezTo>
                      <a:pt x="3001" y="680"/>
                      <a:pt x="2661" y="834"/>
                      <a:pt x="2331" y="1013"/>
                    </a:cubicBezTo>
                    <a:cubicBezTo>
                      <a:pt x="2526" y="740"/>
                      <a:pt x="2762" y="491"/>
                      <a:pt x="3023" y="284"/>
                    </a:cubicBezTo>
                    <a:cubicBezTo>
                      <a:pt x="3036" y="273"/>
                      <a:pt x="3028" y="252"/>
                      <a:pt x="3015" y="252"/>
                    </a:cubicBezTo>
                    <a:cubicBezTo>
                      <a:pt x="3013" y="252"/>
                      <a:pt x="3010" y="253"/>
                      <a:pt x="3007" y="255"/>
                    </a:cubicBezTo>
                    <a:cubicBezTo>
                      <a:pt x="2677" y="472"/>
                      <a:pt x="2394" y="759"/>
                      <a:pt x="2180" y="1095"/>
                    </a:cubicBezTo>
                    <a:cubicBezTo>
                      <a:pt x="1885" y="1268"/>
                      <a:pt x="1614" y="1479"/>
                      <a:pt x="1366" y="1718"/>
                    </a:cubicBezTo>
                    <a:cubicBezTo>
                      <a:pt x="658" y="2416"/>
                      <a:pt x="170" y="3495"/>
                      <a:pt x="7" y="4467"/>
                    </a:cubicBezTo>
                    <a:cubicBezTo>
                      <a:pt x="1" y="4476"/>
                      <a:pt x="10" y="4486"/>
                      <a:pt x="16" y="4489"/>
                    </a:cubicBezTo>
                    <a:cubicBezTo>
                      <a:pt x="18" y="4489"/>
                      <a:pt x="21" y="4490"/>
                      <a:pt x="23" y="4490"/>
                    </a:cubicBezTo>
                    <a:cubicBezTo>
                      <a:pt x="32" y="4490"/>
                      <a:pt x="39" y="4484"/>
                      <a:pt x="41" y="4476"/>
                    </a:cubicBezTo>
                    <a:cubicBezTo>
                      <a:pt x="233" y="3982"/>
                      <a:pt x="359" y="3476"/>
                      <a:pt x="595" y="2995"/>
                    </a:cubicBezTo>
                    <a:cubicBezTo>
                      <a:pt x="809" y="2551"/>
                      <a:pt x="1095" y="2146"/>
                      <a:pt x="1444" y="1797"/>
                    </a:cubicBezTo>
                    <a:cubicBezTo>
                      <a:pt x="1627" y="1624"/>
                      <a:pt x="1822" y="1463"/>
                      <a:pt x="2032" y="1322"/>
                    </a:cubicBezTo>
                    <a:cubicBezTo>
                      <a:pt x="2102" y="1313"/>
                      <a:pt x="2171" y="1309"/>
                      <a:pt x="2240" y="1309"/>
                    </a:cubicBezTo>
                    <a:cubicBezTo>
                      <a:pt x="2632" y="1309"/>
                      <a:pt x="3016" y="1433"/>
                      <a:pt x="3411" y="1433"/>
                    </a:cubicBezTo>
                    <a:cubicBezTo>
                      <a:pt x="3503" y="1433"/>
                      <a:pt x="3596" y="1426"/>
                      <a:pt x="3690" y="1410"/>
                    </a:cubicBezTo>
                    <a:cubicBezTo>
                      <a:pt x="3706" y="1406"/>
                      <a:pt x="3702" y="1388"/>
                      <a:pt x="3690" y="1388"/>
                    </a:cubicBezTo>
                    <a:cubicBezTo>
                      <a:pt x="3360" y="1388"/>
                      <a:pt x="3033" y="1353"/>
                      <a:pt x="2715" y="1278"/>
                    </a:cubicBezTo>
                    <a:cubicBezTo>
                      <a:pt x="2579" y="1245"/>
                      <a:pt x="2439" y="1228"/>
                      <a:pt x="2301" y="1228"/>
                    </a:cubicBezTo>
                    <a:cubicBezTo>
                      <a:pt x="2254" y="1228"/>
                      <a:pt x="2207" y="1230"/>
                      <a:pt x="2161" y="1234"/>
                    </a:cubicBezTo>
                    <a:cubicBezTo>
                      <a:pt x="2385" y="1092"/>
                      <a:pt x="2611" y="963"/>
                      <a:pt x="2847" y="850"/>
                    </a:cubicBezTo>
                    <a:cubicBezTo>
                      <a:pt x="3072" y="909"/>
                      <a:pt x="3301" y="938"/>
                      <a:pt x="3529" y="938"/>
                    </a:cubicBezTo>
                    <a:cubicBezTo>
                      <a:pt x="3787" y="938"/>
                      <a:pt x="4044" y="901"/>
                      <a:pt x="4294" y="828"/>
                    </a:cubicBezTo>
                    <a:cubicBezTo>
                      <a:pt x="4309" y="825"/>
                      <a:pt x="4303" y="809"/>
                      <a:pt x="4291" y="809"/>
                    </a:cubicBezTo>
                    <a:cubicBezTo>
                      <a:pt x="4064" y="845"/>
                      <a:pt x="3836" y="863"/>
                      <a:pt x="3608" y="863"/>
                    </a:cubicBezTo>
                    <a:cubicBezTo>
                      <a:pt x="3380" y="863"/>
                      <a:pt x="3152" y="845"/>
                      <a:pt x="2926" y="809"/>
                    </a:cubicBezTo>
                    <a:cubicBezTo>
                      <a:pt x="3297" y="633"/>
                      <a:pt x="3677" y="479"/>
                      <a:pt x="4052" y="334"/>
                    </a:cubicBezTo>
                    <a:cubicBezTo>
                      <a:pt x="4069" y="331"/>
                      <a:pt x="4065" y="305"/>
                      <a:pt x="4050" y="305"/>
                    </a:cubicBezTo>
                    <a:cubicBezTo>
                      <a:pt x="4049" y="305"/>
                      <a:pt x="4047" y="305"/>
                      <a:pt x="4045" y="306"/>
                    </a:cubicBezTo>
                    <a:cubicBezTo>
                      <a:pt x="3831" y="378"/>
                      <a:pt x="3624" y="447"/>
                      <a:pt x="3416" y="526"/>
                    </a:cubicBezTo>
                    <a:cubicBezTo>
                      <a:pt x="3548" y="331"/>
                      <a:pt x="3718" y="152"/>
                      <a:pt x="3910" y="7"/>
                    </a:cubicBezTo>
                    <a:cubicBezTo>
                      <a:pt x="3913" y="4"/>
                      <a:pt x="3907" y="1"/>
                      <a:pt x="3904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6" name="Google Shape;876;p24"/>
              <p:cNvSpPr/>
              <p:nvPr/>
            </p:nvSpPr>
            <p:spPr>
              <a:xfrm>
                <a:off x="644950" y="2065750"/>
                <a:ext cx="7975" cy="7875"/>
              </a:xfrm>
              <a:custGeom>
                <a:avLst/>
                <a:gdLst/>
                <a:ahLst/>
                <a:cxnLst/>
                <a:rect l="l" t="t" r="r" b="b"/>
                <a:pathLst>
                  <a:path w="319" h="315" extrusionOk="0">
                    <a:moveTo>
                      <a:pt x="309" y="1"/>
                    </a:moveTo>
                    <a:cubicBezTo>
                      <a:pt x="249" y="32"/>
                      <a:pt x="192" y="76"/>
                      <a:pt x="145" y="127"/>
                    </a:cubicBezTo>
                    <a:cubicBezTo>
                      <a:pt x="85" y="177"/>
                      <a:pt x="35" y="240"/>
                      <a:pt x="0" y="309"/>
                    </a:cubicBezTo>
                    <a:lnTo>
                      <a:pt x="0" y="312"/>
                    </a:lnTo>
                    <a:cubicBezTo>
                      <a:pt x="2" y="314"/>
                      <a:pt x="4" y="315"/>
                      <a:pt x="5" y="315"/>
                    </a:cubicBezTo>
                    <a:cubicBezTo>
                      <a:pt x="7" y="315"/>
                      <a:pt x="8" y="314"/>
                      <a:pt x="10" y="312"/>
                    </a:cubicBezTo>
                    <a:cubicBezTo>
                      <a:pt x="63" y="259"/>
                      <a:pt x="101" y="202"/>
                      <a:pt x="151" y="152"/>
                    </a:cubicBezTo>
                    <a:cubicBezTo>
                      <a:pt x="205" y="98"/>
                      <a:pt x="268" y="61"/>
                      <a:pt x="315" y="10"/>
                    </a:cubicBezTo>
                    <a:cubicBezTo>
                      <a:pt x="318" y="4"/>
                      <a:pt x="318" y="1"/>
                      <a:pt x="309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7" name="Google Shape;877;p24"/>
              <p:cNvSpPr/>
              <p:nvPr/>
            </p:nvSpPr>
            <p:spPr>
              <a:xfrm>
                <a:off x="667825" y="2078225"/>
                <a:ext cx="13475" cy="3500"/>
              </a:xfrm>
              <a:custGeom>
                <a:avLst/>
                <a:gdLst/>
                <a:ahLst/>
                <a:cxnLst/>
                <a:rect l="l" t="t" r="r" b="b"/>
                <a:pathLst>
                  <a:path w="539" h="140" extrusionOk="0">
                    <a:moveTo>
                      <a:pt x="528" y="1"/>
                    </a:moveTo>
                    <a:cubicBezTo>
                      <a:pt x="526" y="1"/>
                      <a:pt x="525" y="1"/>
                      <a:pt x="523" y="2"/>
                    </a:cubicBezTo>
                    <a:cubicBezTo>
                      <a:pt x="441" y="30"/>
                      <a:pt x="359" y="55"/>
                      <a:pt x="271" y="77"/>
                    </a:cubicBezTo>
                    <a:cubicBezTo>
                      <a:pt x="189" y="93"/>
                      <a:pt x="98" y="93"/>
                      <a:pt x="16" y="112"/>
                    </a:cubicBezTo>
                    <a:cubicBezTo>
                      <a:pt x="15" y="111"/>
                      <a:pt x="14" y="111"/>
                      <a:pt x="13" y="111"/>
                    </a:cubicBezTo>
                    <a:cubicBezTo>
                      <a:pt x="7" y="111"/>
                      <a:pt x="1" y="117"/>
                      <a:pt x="1" y="125"/>
                    </a:cubicBezTo>
                    <a:cubicBezTo>
                      <a:pt x="1" y="131"/>
                      <a:pt x="10" y="134"/>
                      <a:pt x="16" y="134"/>
                    </a:cubicBezTo>
                    <a:cubicBezTo>
                      <a:pt x="47" y="138"/>
                      <a:pt x="78" y="140"/>
                      <a:pt x="109" y="140"/>
                    </a:cubicBezTo>
                    <a:cubicBezTo>
                      <a:pt x="259" y="140"/>
                      <a:pt x="404" y="96"/>
                      <a:pt x="532" y="18"/>
                    </a:cubicBezTo>
                    <a:cubicBezTo>
                      <a:pt x="535" y="18"/>
                      <a:pt x="538" y="8"/>
                      <a:pt x="535" y="5"/>
                    </a:cubicBezTo>
                    <a:cubicBezTo>
                      <a:pt x="535" y="3"/>
                      <a:pt x="532" y="1"/>
                      <a:pt x="528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878" name="Google Shape;878;p24"/>
            <p:cNvSpPr/>
            <p:nvPr/>
          </p:nvSpPr>
          <p:spPr>
            <a:xfrm>
              <a:off x="544150" y="2145650"/>
              <a:ext cx="74000" cy="91950"/>
            </a:xfrm>
            <a:custGeom>
              <a:avLst/>
              <a:gdLst/>
              <a:ahLst/>
              <a:cxnLst/>
              <a:rect l="l" t="t" r="r" b="b"/>
              <a:pathLst>
                <a:path w="2960" h="3678" extrusionOk="0">
                  <a:moveTo>
                    <a:pt x="0" y="0"/>
                  </a:moveTo>
                  <a:lnTo>
                    <a:pt x="76" y="840"/>
                  </a:lnTo>
                  <a:lnTo>
                    <a:pt x="327" y="3677"/>
                  </a:lnTo>
                  <a:lnTo>
                    <a:pt x="2554" y="3677"/>
                  </a:lnTo>
                  <a:lnTo>
                    <a:pt x="2866" y="840"/>
                  </a:lnTo>
                  <a:lnTo>
                    <a:pt x="296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879;p24"/>
            <p:cNvSpPr/>
            <p:nvPr/>
          </p:nvSpPr>
          <p:spPr>
            <a:xfrm>
              <a:off x="545625" y="2145650"/>
              <a:ext cx="71050" cy="20225"/>
            </a:xfrm>
            <a:custGeom>
              <a:avLst/>
              <a:gdLst/>
              <a:ahLst/>
              <a:cxnLst/>
              <a:rect l="l" t="t" r="r" b="b"/>
              <a:pathLst>
                <a:path w="2842" h="809" extrusionOk="0">
                  <a:moveTo>
                    <a:pt x="1" y="0"/>
                  </a:moveTo>
                  <a:lnTo>
                    <a:pt x="73" y="809"/>
                  </a:lnTo>
                  <a:lnTo>
                    <a:pt x="2750" y="809"/>
                  </a:lnTo>
                  <a:lnTo>
                    <a:pt x="284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Google Shape;880;p24"/>
            <p:cNvSpPr/>
            <p:nvPr/>
          </p:nvSpPr>
          <p:spPr>
            <a:xfrm>
              <a:off x="538000" y="2138875"/>
              <a:ext cx="85275" cy="18050"/>
            </a:xfrm>
            <a:custGeom>
              <a:avLst/>
              <a:gdLst/>
              <a:ahLst/>
              <a:cxnLst/>
              <a:rect l="l" t="t" r="r" b="b"/>
              <a:pathLst>
                <a:path w="3411" h="722" extrusionOk="0">
                  <a:moveTo>
                    <a:pt x="1" y="1"/>
                  </a:moveTo>
                  <a:lnTo>
                    <a:pt x="1" y="721"/>
                  </a:lnTo>
                  <a:lnTo>
                    <a:pt x="3410" y="721"/>
                  </a:lnTo>
                  <a:lnTo>
                    <a:pt x="341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4050" y="552150"/>
            <a:ext cx="76959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4050" y="1152475"/>
            <a:ext cx="7695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●"/>
              <a:defRPr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lvl="1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○"/>
              <a:defRPr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marL="1371600" lvl="2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■"/>
              <a:defRPr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marL="1828800" lvl="3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●"/>
              <a:defRPr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marL="2286000" lvl="4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○"/>
              <a:defRPr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marL="2743200" lvl="5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■"/>
              <a:defRPr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marL="3200400" lvl="6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●"/>
              <a:defRPr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marL="3657600" lvl="7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○"/>
              <a:defRPr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marL="4114800" lvl="8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■"/>
              <a:defRPr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6" r:id="rId3"/>
    <p:sldLayoutId id="2147483658" r:id="rId4"/>
    <p:sldLayoutId id="2147483669" r:id="rId5"/>
    <p:sldLayoutId id="2147483670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hyperlink" Target="https://www.w3schools.com/cssref/pr_pos_overflow.php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3schools.com/cssref/pr_text_text-align.php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hyperlink" Target="https://www.w3schools.com/cssref/pr_text_text-decoration.php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cssref/pr_text_letter-spacing.php" TargetMode="External"/><Relationship Id="rId2" Type="http://schemas.openxmlformats.org/officeDocument/2006/relationships/hyperlink" Target="https://www.w3schools.com/cssref/pr_text_text-indent.php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w3schools.com/cssref/pr_text_word-spacing.php" TargetMode="External"/><Relationship Id="rId4" Type="http://schemas.openxmlformats.org/officeDocument/2006/relationships/hyperlink" Target="https://www.w3schools.com/cssref/pr_dim_line-height.php" TargetMode="Externa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p28"/>
          <p:cNvSpPr txBox="1">
            <a:spLocks noGrp="1"/>
          </p:cNvSpPr>
          <p:nvPr>
            <p:ph type="ctrTitle"/>
          </p:nvPr>
        </p:nvSpPr>
        <p:spPr>
          <a:xfrm>
            <a:off x="4294286" y="1256863"/>
            <a:ext cx="4125900" cy="24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Website Design</a:t>
            </a:r>
            <a:endParaRPr dirty="0">
              <a:solidFill>
                <a:schemeClr val="accent2"/>
              </a:solidFill>
            </a:endParaRPr>
          </a:p>
        </p:txBody>
      </p:sp>
      <p:grpSp>
        <p:nvGrpSpPr>
          <p:cNvPr id="893" name="Google Shape;893;p28"/>
          <p:cNvGrpSpPr/>
          <p:nvPr/>
        </p:nvGrpSpPr>
        <p:grpSpPr>
          <a:xfrm>
            <a:off x="3844800" y="4756477"/>
            <a:ext cx="1458875" cy="23926"/>
            <a:chOff x="-2278825" y="1262800"/>
            <a:chExt cx="1458875" cy="45049"/>
          </a:xfrm>
        </p:grpSpPr>
        <p:sp>
          <p:nvSpPr>
            <p:cNvPr id="894" name="Google Shape;894;p28"/>
            <p:cNvSpPr/>
            <p:nvPr/>
          </p:nvSpPr>
          <p:spPr>
            <a:xfrm>
              <a:off x="-2278825" y="1262800"/>
              <a:ext cx="285404" cy="45049"/>
            </a:xfrm>
            <a:custGeom>
              <a:avLst/>
              <a:gdLst/>
              <a:ahLst/>
              <a:cxnLst/>
              <a:rect l="l" t="t" r="r" b="b"/>
              <a:pathLst>
                <a:path w="8869" h="538" extrusionOk="0">
                  <a:moveTo>
                    <a:pt x="1" y="1"/>
                  </a:moveTo>
                  <a:lnTo>
                    <a:pt x="1" y="538"/>
                  </a:lnTo>
                  <a:lnTo>
                    <a:pt x="8868" y="538"/>
                  </a:lnTo>
                  <a:lnTo>
                    <a:pt x="886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895;p28"/>
            <p:cNvSpPr/>
            <p:nvPr/>
          </p:nvSpPr>
          <p:spPr>
            <a:xfrm>
              <a:off x="-1886778" y="1262800"/>
              <a:ext cx="285404" cy="45049"/>
            </a:xfrm>
            <a:custGeom>
              <a:avLst/>
              <a:gdLst/>
              <a:ahLst/>
              <a:cxnLst/>
              <a:rect l="l" t="t" r="r" b="b"/>
              <a:pathLst>
                <a:path w="8869" h="538" extrusionOk="0">
                  <a:moveTo>
                    <a:pt x="1" y="1"/>
                  </a:moveTo>
                  <a:lnTo>
                    <a:pt x="1" y="538"/>
                  </a:lnTo>
                  <a:lnTo>
                    <a:pt x="8868" y="538"/>
                  </a:lnTo>
                  <a:lnTo>
                    <a:pt x="886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Google Shape;896;p28"/>
            <p:cNvSpPr/>
            <p:nvPr/>
          </p:nvSpPr>
          <p:spPr>
            <a:xfrm>
              <a:off x="-1496018" y="1262800"/>
              <a:ext cx="285404" cy="45049"/>
            </a:xfrm>
            <a:custGeom>
              <a:avLst/>
              <a:gdLst/>
              <a:ahLst/>
              <a:cxnLst/>
              <a:rect l="l" t="t" r="r" b="b"/>
              <a:pathLst>
                <a:path w="8869" h="538" extrusionOk="0">
                  <a:moveTo>
                    <a:pt x="1" y="1"/>
                  </a:moveTo>
                  <a:lnTo>
                    <a:pt x="1" y="538"/>
                  </a:lnTo>
                  <a:lnTo>
                    <a:pt x="8869" y="538"/>
                  </a:lnTo>
                  <a:lnTo>
                    <a:pt x="886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28"/>
            <p:cNvSpPr/>
            <p:nvPr/>
          </p:nvSpPr>
          <p:spPr>
            <a:xfrm>
              <a:off x="-1105354" y="1262800"/>
              <a:ext cx="285404" cy="45049"/>
            </a:xfrm>
            <a:custGeom>
              <a:avLst/>
              <a:gdLst/>
              <a:ahLst/>
              <a:cxnLst/>
              <a:rect l="l" t="t" r="r" b="b"/>
              <a:pathLst>
                <a:path w="8869" h="538" extrusionOk="0">
                  <a:moveTo>
                    <a:pt x="0" y="1"/>
                  </a:moveTo>
                  <a:lnTo>
                    <a:pt x="0" y="538"/>
                  </a:lnTo>
                  <a:lnTo>
                    <a:pt x="8868" y="538"/>
                  </a:lnTo>
                  <a:lnTo>
                    <a:pt x="886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98" name="Google Shape;898;p28"/>
          <p:cNvGrpSpPr/>
          <p:nvPr/>
        </p:nvGrpSpPr>
        <p:grpSpPr>
          <a:xfrm>
            <a:off x="8141589" y="4152935"/>
            <a:ext cx="556729" cy="990605"/>
            <a:chOff x="5081850" y="1981125"/>
            <a:chExt cx="168125" cy="299150"/>
          </a:xfrm>
        </p:grpSpPr>
        <p:sp>
          <p:nvSpPr>
            <p:cNvPr id="899" name="Google Shape;899;p28"/>
            <p:cNvSpPr/>
            <p:nvPr/>
          </p:nvSpPr>
          <p:spPr>
            <a:xfrm>
              <a:off x="5115175" y="1981125"/>
              <a:ext cx="90525" cy="43050"/>
            </a:xfrm>
            <a:custGeom>
              <a:avLst/>
              <a:gdLst/>
              <a:ahLst/>
              <a:cxnLst/>
              <a:rect l="l" t="t" r="r" b="b"/>
              <a:pathLst>
                <a:path w="3621" h="1722" extrusionOk="0">
                  <a:moveTo>
                    <a:pt x="2468" y="1"/>
                  </a:moveTo>
                  <a:cubicBezTo>
                    <a:pt x="2160" y="1"/>
                    <a:pt x="1887" y="335"/>
                    <a:pt x="1809" y="712"/>
                  </a:cubicBezTo>
                  <a:cubicBezTo>
                    <a:pt x="1731" y="334"/>
                    <a:pt x="1450" y="2"/>
                    <a:pt x="1145" y="2"/>
                  </a:cubicBezTo>
                  <a:cubicBezTo>
                    <a:pt x="1095" y="2"/>
                    <a:pt x="1045" y="11"/>
                    <a:pt x="994" y="30"/>
                  </a:cubicBezTo>
                  <a:cubicBezTo>
                    <a:pt x="639" y="162"/>
                    <a:pt x="1039" y="951"/>
                    <a:pt x="1057" y="983"/>
                  </a:cubicBezTo>
                  <a:cubicBezTo>
                    <a:pt x="1042" y="971"/>
                    <a:pt x="712" y="703"/>
                    <a:pt x="452" y="703"/>
                  </a:cubicBezTo>
                  <a:cubicBezTo>
                    <a:pt x="352" y="703"/>
                    <a:pt x="262" y="743"/>
                    <a:pt x="205" y="854"/>
                  </a:cubicBezTo>
                  <a:cubicBezTo>
                    <a:pt x="1" y="1250"/>
                    <a:pt x="1215" y="1722"/>
                    <a:pt x="1812" y="1722"/>
                  </a:cubicBezTo>
                  <a:cubicBezTo>
                    <a:pt x="2413" y="1722"/>
                    <a:pt x="3621" y="1244"/>
                    <a:pt x="3413" y="854"/>
                  </a:cubicBezTo>
                  <a:cubicBezTo>
                    <a:pt x="3357" y="747"/>
                    <a:pt x="3269" y="709"/>
                    <a:pt x="3170" y="709"/>
                  </a:cubicBezTo>
                  <a:cubicBezTo>
                    <a:pt x="2911" y="709"/>
                    <a:pt x="2579" y="971"/>
                    <a:pt x="2561" y="983"/>
                  </a:cubicBezTo>
                  <a:cubicBezTo>
                    <a:pt x="2580" y="958"/>
                    <a:pt x="2989" y="165"/>
                    <a:pt x="2624" y="30"/>
                  </a:cubicBezTo>
                  <a:cubicBezTo>
                    <a:pt x="2571" y="10"/>
                    <a:pt x="2519" y="1"/>
                    <a:pt x="246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900;p28"/>
            <p:cNvSpPr/>
            <p:nvPr/>
          </p:nvSpPr>
          <p:spPr>
            <a:xfrm>
              <a:off x="5081850" y="2012125"/>
              <a:ext cx="155150" cy="169850"/>
            </a:xfrm>
            <a:custGeom>
              <a:avLst/>
              <a:gdLst/>
              <a:ahLst/>
              <a:cxnLst/>
              <a:rect l="l" t="t" r="r" b="b"/>
              <a:pathLst>
                <a:path w="6206" h="6794" extrusionOk="0">
                  <a:moveTo>
                    <a:pt x="3139" y="1"/>
                  </a:moveTo>
                  <a:cubicBezTo>
                    <a:pt x="2821" y="1"/>
                    <a:pt x="2500" y="42"/>
                    <a:pt x="2192" y="120"/>
                  </a:cubicBezTo>
                  <a:cubicBezTo>
                    <a:pt x="1305" y="353"/>
                    <a:pt x="286" y="1007"/>
                    <a:pt x="104" y="2712"/>
                  </a:cubicBezTo>
                  <a:cubicBezTo>
                    <a:pt x="0" y="3655"/>
                    <a:pt x="252" y="5492"/>
                    <a:pt x="972" y="6386"/>
                  </a:cubicBezTo>
                  <a:cubicBezTo>
                    <a:pt x="1670" y="6658"/>
                    <a:pt x="2405" y="6794"/>
                    <a:pt x="3141" y="6794"/>
                  </a:cubicBezTo>
                  <a:cubicBezTo>
                    <a:pt x="3876" y="6794"/>
                    <a:pt x="4611" y="6658"/>
                    <a:pt x="5309" y="6386"/>
                  </a:cubicBezTo>
                  <a:cubicBezTo>
                    <a:pt x="5643" y="5967"/>
                    <a:pt x="5878" y="5341"/>
                    <a:pt x="6020" y="4697"/>
                  </a:cubicBezTo>
                  <a:cubicBezTo>
                    <a:pt x="6095" y="4376"/>
                    <a:pt x="6146" y="4045"/>
                    <a:pt x="6174" y="3715"/>
                  </a:cubicBezTo>
                  <a:cubicBezTo>
                    <a:pt x="6206" y="3382"/>
                    <a:pt x="6206" y="3042"/>
                    <a:pt x="6174" y="2712"/>
                  </a:cubicBezTo>
                  <a:cubicBezTo>
                    <a:pt x="5919" y="315"/>
                    <a:pt x="4007" y="1"/>
                    <a:pt x="313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901;p28"/>
            <p:cNvSpPr/>
            <p:nvPr/>
          </p:nvSpPr>
          <p:spPr>
            <a:xfrm>
              <a:off x="5096625" y="2172450"/>
              <a:ext cx="128750" cy="107825"/>
            </a:xfrm>
            <a:custGeom>
              <a:avLst/>
              <a:gdLst/>
              <a:ahLst/>
              <a:cxnLst/>
              <a:rect l="l" t="t" r="r" b="b"/>
              <a:pathLst>
                <a:path w="5150" h="4313" extrusionOk="0">
                  <a:moveTo>
                    <a:pt x="0" y="1"/>
                  </a:moveTo>
                  <a:lnTo>
                    <a:pt x="519" y="4313"/>
                  </a:lnTo>
                  <a:lnTo>
                    <a:pt x="4636" y="4313"/>
                  </a:lnTo>
                  <a:lnTo>
                    <a:pt x="514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28"/>
            <p:cNvSpPr/>
            <p:nvPr/>
          </p:nvSpPr>
          <p:spPr>
            <a:xfrm>
              <a:off x="5096625" y="2172450"/>
              <a:ext cx="128750" cy="24475"/>
            </a:xfrm>
            <a:custGeom>
              <a:avLst/>
              <a:gdLst/>
              <a:ahLst/>
              <a:cxnLst/>
              <a:rect l="l" t="t" r="r" b="b"/>
              <a:pathLst>
                <a:path w="5150" h="979" extrusionOk="0">
                  <a:moveTo>
                    <a:pt x="0" y="1"/>
                  </a:moveTo>
                  <a:lnTo>
                    <a:pt x="117" y="979"/>
                  </a:lnTo>
                  <a:lnTo>
                    <a:pt x="5064" y="737"/>
                  </a:lnTo>
                  <a:lnTo>
                    <a:pt x="51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03" name="Google Shape;903;p28"/>
            <p:cNvGrpSpPr/>
            <p:nvPr/>
          </p:nvGrpSpPr>
          <p:grpSpPr>
            <a:xfrm>
              <a:off x="5086475" y="2011175"/>
              <a:ext cx="163500" cy="170825"/>
              <a:chOff x="5086475" y="2011175"/>
              <a:chExt cx="163500" cy="170825"/>
            </a:xfrm>
          </p:grpSpPr>
          <p:sp>
            <p:nvSpPr>
              <p:cNvPr id="904" name="Google Shape;904;p28"/>
              <p:cNvSpPr/>
              <p:nvPr/>
            </p:nvSpPr>
            <p:spPr>
              <a:xfrm>
                <a:off x="5160475" y="2011975"/>
                <a:ext cx="3725" cy="170025"/>
              </a:xfrm>
              <a:custGeom>
                <a:avLst/>
                <a:gdLst/>
                <a:ahLst/>
                <a:cxnLst/>
                <a:rect l="l" t="t" r="r" b="b"/>
                <a:pathLst>
                  <a:path w="149" h="6801" extrusionOk="0">
                    <a:moveTo>
                      <a:pt x="79" y="0"/>
                    </a:moveTo>
                    <a:cubicBezTo>
                      <a:pt x="76" y="567"/>
                      <a:pt x="73" y="1133"/>
                      <a:pt x="63" y="1702"/>
                    </a:cubicBezTo>
                    <a:lnTo>
                      <a:pt x="63" y="3404"/>
                    </a:lnTo>
                    <a:cubicBezTo>
                      <a:pt x="66" y="3970"/>
                      <a:pt x="60" y="4536"/>
                      <a:pt x="60" y="5102"/>
                    </a:cubicBezTo>
                    <a:cubicBezTo>
                      <a:pt x="60" y="5385"/>
                      <a:pt x="57" y="5668"/>
                      <a:pt x="47" y="5951"/>
                    </a:cubicBezTo>
                    <a:cubicBezTo>
                      <a:pt x="44" y="6093"/>
                      <a:pt x="44" y="6234"/>
                      <a:pt x="32" y="6376"/>
                    </a:cubicBezTo>
                    <a:lnTo>
                      <a:pt x="19" y="6587"/>
                    </a:lnTo>
                    <a:lnTo>
                      <a:pt x="0" y="6800"/>
                    </a:lnTo>
                    <a:cubicBezTo>
                      <a:pt x="91" y="6241"/>
                      <a:pt x="104" y="5671"/>
                      <a:pt x="120" y="5105"/>
                    </a:cubicBezTo>
                    <a:cubicBezTo>
                      <a:pt x="135" y="4539"/>
                      <a:pt x="148" y="3976"/>
                      <a:pt x="142" y="3407"/>
                    </a:cubicBezTo>
                    <a:cubicBezTo>
                      <a:pt x="139" y="2831"/>
                      <a:pt x="139" y="2265"/>
                      <a:pt x="126" y="1699"/>
                    </a:cubicBezTo>
                    <a:cubicBezTo>
                      <a:pt x="120" y="1133"/>
                      <a:pt x="104" y="567"/>
                      <a:pt x="7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5" name="Google Shape;905;p28"/>
              <p:cNvSpPr/>
              <p:nvPr/>
            </p:nvSpPr>
            <p:spPr>
              <a:xfrm>
                <a:off x="5139550" y="2012300"/>
                <a:ext cx="13250" cy="168200"/>
              </a:xfrm>
              <a:custGeom>
                <a:avLst/>
                <a:gdLst/>
                <a:ahLst/>
                <a:cxnLst/>
                <a:rect l="l" t="t" r="r" b="b"/>
                <a:pathLst>
                  <a:path w="530" h="6728" extrusionOk="0">
                    <a:moveTo>
                      <a:pt x="529" y="0"/>
                    </a:moveTo>
                    <a:cubicBezTo>
                      <a:pt x="343" y="535"/>
                      <a:pt x="208" y="1088"/>
                      <a:pt x="136" y="1651"/>
                    </a:cubicBezTo>
                    <a:cubicBezTo>
                      <a:pt x="60" y="2214"/>
                      <a:pt x="13" y="2780"/>
                      <a:pt x="10" y="3347"/>
                    </a:cubicBezTo>
                    <a:lnTo>
                      <a:pt x="10" y="3771"/>
                    </a:lnTo>
                    <a:cubicBezTo>
                      <a:pt x="1" y="3913"/>
                      <a:pt x="13" y="4054"/>
                      <a:pt x="13" y="4196"/>
                    </a:cubicBezTo>
                    <a:cubicBezTo>
                      <a:pt x="19" y="4479"/>
                      <a:pt x="42" y="4762"/>
                      <a:pt x="64" y="5045"/>
                    </a:cubicBezTo>
                    <a:cubicBezTo>
                      <a:pt x="76" y="5186"/>
                      <a:pt x="92" y="5328"/>
                      <a:pt x="108" y="5470"/>
                    </a:cubicBezTo>
                    <a:lnTo>
                      <a:pt x="155" y="5891"/>
                    </a:lnTo>
                    <a:cubicBezTo>
                      <a:pt x="199" y="6168"/>
                      <a:pt x="240" y="6448"/>
                      <a:pt x="287" y="6728"/>
                    </a:cubicBezTo>
                    <a:lnTo>
                      <a:pt x="192" y="5885"/>
                    </a:lnTo>
                    <a:lnTo>
                      <a:pt x="155" y="5463"/>
                    </a:lnTo>
                    <a:cubicBezTo>
                      <a:pt x="142" y="5328"/>
                      <a:pt x="126" y="5186"/>
                      <a:pt x="123" y="5045"/>
                    </a:cubicBezTo>
                    <a:cubicBezTo>
                      <a:pt x="108" y="4765"/>
                      <a:pt x="82" y="4482"/>
                      <a:pt x="82" y="4199"/>
                    </a:cubicBezTo>
                    <a:cubicBezTo>
                      <a:pt x="79" y="4057"/>
                      <a:pt x="76" y="3916"/>
                      <a:pt x="98" y="3774"/>
                    </a:cubicBezTo>
                    <a:lnTo>
                      <a:pt x="98" y="3350"/>
                    </a:lnTo>
                    <a:cubicBezTo>
                      <a:pt x="82" y="2784"/>
                      <a:pt x="123" y="2221"/>
                      <a:pt x="189" y="1661"/>
                    </a:cubicBezTo>
                    <a:cubicBezTo>
                      <a:pt x="224" y="1378"/>
                      <a:pt x="268" y="1098"/>
                      <a:pt x="325" y="821"/>
                    </a:cubicBezTo>
                    <a:cubicBezTo>
                      <a:pt x="375" y="544"/>
                      <a:pt x="444" y="271"/>
                      <a:pt x="52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6" name="Google Shape;906;p28"/>
              <p:cNvSpPr/>
              <p:nvPr/>
            </p:nvSpPr>
            <p:spPr>
              <a:xfrm>
                <a:off x="5115650" y="2014100"/>
                <a:ext cx="24950" cy="166475"/>
              </a:xfrm>
              <a:custGeom>
                <a:avLst/>
                <a:gdLst/>
                <a:ahLst/>
                <a:cxnLst/>
                <a:rect l="l" t="t" r="r" b="b"/>
                <a:pathLst>
                  <a:path w="998" h="6659" extrusionOk="0">
                    <a:moveTo>
                      <a:pt x="998" y="0"/>
                    </a:moveTo>
                    <a:cubicBezTo>
                      <a:pt x="812" y="224"/>
                      <a:pt x="655" y="466"/>
                      <a:pt x="526" y="730"/>
                    </a:cubicBezTo>
                    <a:cubicBezTo>
                      <a:pt x="494" y="793"/>
                      <a:pt x="463" y="859"/>
                      <a:pt x="435" y="928"/>
                    </a:cubicBezTo>
                    <a:lnTo>
                      <a:pt x="356" y="1133"/>
                    </a:lnTo>
                    <a:lnTo>
                      <a:pt x="315" y="1233"/>
                    </a:lnTo>
                    <a:cubicBezTo>
                      <a:pt x="306" y="1265"/>
                      <a:pt x="296" y="1299"/>
                      <a:pt x="284" y="1337"/>
                    </a:cubicBezTo>
                    <a:lnTo>
                      <a:pt x="221" y="1545"/>
                    </a:lnTo>
                    <a:cubicBezTo>
                      <a:pt x="73" y="2108"/>
                      <a:pt x="0" y="2690"/>
                      <a:pt x="7" y="3271"/>
                    </a:cubicBezTo>
                    <a:lnTo>
                      <a:pt x="16" y="3705"/>
                    </a:lnTo>
                    <a:lnTo>
                      <a:pt x="63" y="4139"/>
                    </a:lnTo>
                    <a:lnTo>
                      <a:pt x="89" y="4356"/>
                    </a:lnTo>
                    <a:cubicBezTo>
                      <a:pt x="101" y="4429"/>
                      <a:pt x="117" y="4501"/>
                      <a:pt x="126" y="4570"/>
                    </a:cubicBezTo>
                    <a:lnTo>
                      <a:pt x="211" y="5001"/>
                    </a:lnTo>
                    <a:cubicBezTo>
                      <a:pt x="221" y="5070"/>
                      <a:pt x="243" y="5143"/>
                      <a:pt x="262" y="5212"/>
                    </a:cubicBezTo>
                    <a:lnTo>
                      <a:pt x="315" y="5420"/>
                    </a:lnTo>
                    <a:lnTo>
                      <a:pt x="431" y="5841"/>
                    </a:lnTo>
                    <a:cubicBezTo>
                      <a:pt x="526" y="6118"/>
                      <a:pt x="623" y="6391"/>
                      <a:pt x="721" y="6659"/>
                    </a:cubicBezTo>
                    <a:lnTo>
                      <a:pt x="466" y="5828"/>
                    </a:lnTo>
                    <a:lnTo>
                      <a:pt x="362" y="5407"/>
                    </a:lnTo>
                    <a:lnTo>
                      <a:pt x="312" y="5199"/>
                    </a:lnTo>
                    <a:cubicBezTo>
                      <a:pt x="293" y="5130"/>
                      <a:pt x="277" y="5058"/>
                      <a:pt x="265" y="4989"/>
                    </a:cubicBezTo>
                    <a:lnTo>
                      <a:pt x="195" y="4564"/>
                    </a:lnTo>
                    <a:lnTo>
                      <a:pt x="158" y="4350"/>
                    </a:lnTo>
                    <a:lnTo>
                      <a:pt x="139" y="4136"/>
                    </a:lnTo>
                    <a:lnTo>
                      <a:pt x="95" y="3705"/>
                    </a:lnTo>
                    <a:lnTo>
                      <a:pt x="89" y="3275"/>
                    </a:lnTo>
                    <a:cubicBezTo>
                      <a:pt x="79" y="2696"/>
                      <a:pt x="148" y="2123"/>
                      <a:pt x="284" y="1564"/>
                    </a:cubicBezTo>
                    <a:lnTo>
                      <a:pt x="343" y="1356"/>
                    </a:lnTo>
                    <a:cubicBezTo>
                      <a:pt x="356" y="1325"/>
                      <a:pt x="362" y="1290"/>
                      <a:pt x="375" y="1252"/>
                    </a:cubicBezTo>
                    <a:lnTo>
                      <a:pt x="409" y="1152"/>
                    </a:lnTo>
                    <a:lnTo>
                      <a:pt x="482" y="947"/>
                    </a:lnTo>
                    <a:cubicBezTo>
                      <a:pt x="510" y="881"/>
                      <a:pt x="541" y="812"/>
                      <a:pt x="567" y="746"/>
                    </a:cubicBezTo>
                    <a:cubicBezTo>
                      <a:pt x="677" y="482"/>
                      <a:pt x="825" y="230"/>
                      <a:pt x="99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7" name="Google Shape;907;p28"/>
              <p:cNvSpPr/>
              <p:nvPr/>
            </p:nvSpPr>
            <p:spPr>
              <a:xfrm>
                <a:off x="5096000" y="2016525"/>
                <a:ext cx="35400" cy="162575"/>
              </a:xfrm>
              <a:custGeom>
                <a:avLst/>
                <a:gdLst/>
                <a:ahLst/>
                <a:cxnLst/>
                <a:rect l="l" t="t" r="r" b="b"/>
                <a:pathLst>
                  <a:path w="1416" h="6503" extrusionOk="0">
                    <a:moveTo>
                      <a:pt x="1416" y="1"/>
                    </a:moveTo>
                    <a:cubicBezTo>
                      <a:pt x="1299" y="86"/>
                      <a:pt x="1189" y="186"/>
                      <a:pt x="1082" y="287"/>
                    </a:cubicBezTo>
                    <a:cubicBezTo>
                      <a:pt x="981" y="394"/>
                      <a:pt x="881" y="507"/>
                      <a:pt x="796" y="627"/>
                    </a:cubicBezTo>
                    <a:cubicBezTo>
                      <a:pt x="623" y="866"/>
                      <a:pt x="472" y="1121"/>
                      <a:pt x="356" y="1391"/>
                    </a:cubicBezTo>
                    <a:cubicBezTo>
                      <a:pt x="123" y="1938"/>
                      <a:pt x="6" y="2530"/>
                      <a:pt x="6" y="3121"/>
                    </a:cubicBezTo>
                    <a:cubicBezTo>
                      <a:pt x="0" y="3272"/>
                      <a:pt x="0" y="3420"/>
                      <a:pt x="22" y="3564"/>
                    </a:cubicBezTo>
                    <a:cubicBezTo>
                      <a:pt x="38" y="3712"/>
                      <a:pt x="44" y="3860"/>
                      <a:pt x="73" y="4008"/>
                    </a:cubicBezTo>
                    <a:lnTo>
                      <a:pt x="107" y="4228"/>
                    </a:lnTo>
                    <a:lnTo>
                      <a:pt x="154" y="4442"/>
                    </a:lnTo>
                    <a:cubicBezTo>
                      <a:pt x="183" y="4587"/>
                      <a:pt x="227" y="4731"/>
                      <a:pt x="264" y="4873"/>
                    </a:cubicBezTo>
                    <a:cubicBezTo>
                      <a:pt x="434" y="5439"/>
                      <a:pt x="658" y="5983"/>
                      <a:pt x="937" y="6502"/>
                    </a:cubicBezTo>
                    <a:lnTo>
                      <a:pt x="755" y="6103"/>
                    </a:lnTo>
                    <a:lnTo>
                      <a:pt x="591" y="5694"/>
                    </a:lnTo>
                    <a:lnTo>
                      <a:pt x="447" y="5282"/>
                    </a:lnTo>
                    <a:cubicBezTo>
                      <a:pt x="403" y="5140"/>
                      <a:pt x="356" y="5002"/>
                      <a:pt x="321" y="4860"/>
                    </a:cubicBezTo>
                    <a:lnTo>
                      <a:pt x="268" y="4646"/>
                    </a:lnTo>
                    <a:cubicBezTo>
                      <a:pt x="249" y="4577"/>
                      <a:pt x="233" y="4502"/>
                      <a:pt x="217" y="4432"/>
                    </a:cubicBezTo>
                    <a:lnTo>
                      <a:pt x="173" y="4215"/>
                    </a:lnTo>
                    <a:lnTo>
                      <a:pt x="142" y="3998"/>
                    </a:lnTo>
                    <a:cubicBezTo>
                      <a:pt x="120" y="3854"/>
                      <a:pt x="101" y="3709"/>
                      <a:pt x="95" y="3561"/>
                    </a:cubicBezTo>
                    <a:cubicBezTo>
                      <a:pt x="91" y="3417"/>
                      <a:pt x="79" y="3272"/>
                      <a:pt x="85" y="3127"/>
                    </a:cubicBezTo>
                    <a:cubicBezTo>
                      <a:pt x="85" y="2539"/>
                      <a:pt x="192" y="1963"/>
                      <a:pt x="415" y="1419"/>
                    </a:cubicBezTo>
                    <a:cubicBezTo>
                      <a:pt x="525" y="1149"/>
                      <a:pt x="661" y="894"/>
                      <a:pt x="831" y="652"/>
                    </a:cubicBezTo>
                    <a:cubicBezTo>
                      <a:pt x="997" y="410"/>
                      <a:pt x="1192" y="190"/>
                      <a:pt x="141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8" name="Google Shape;908;p28"/>
              <p:cNvSpPr/>
              <p:nvPr/>
            </p:nvSpPr>
            <p:spPr>
              <a:xfrm>
                <a:off x="5170600" y="2012375"/>
                <a:ext cx="14100" cy="168125"/>
              </a:xfrm>
              <a:custGeom>
                <a:avLst/>
                <a:gdLst/>
                <a:ahLst/>
                <a:cxnLst/>
                <a:rect l="l" t="t" r="r" b="b"/>
                <a:pathLst>
                  <a:path w="564" h="6725" extrusionOk="0">
                    <a:moveTo>
                      <a:pt x="1" y="0"/>
                    </a:moveTo>
                    <a:lnTo>
                      <a:pt x="1" y="0"/>
                    </a:lnTo>
                    <a:cubicBezTo>
                      <a:pt x="83" y="274"/>
                      <a:pt x="155" y="544"/>
                      <a:pt x="205" y="824"/>
                    </a:cubicBezTo>
                    <a:cubicBezTo>
                      <a:pt x="262" y="1101"/>
                      <a:pt x="303" y="1381"/>
                      <a:pt x="341" y="1661"/>
                    </a:cubicBezTo>
                    <a:cubicBezTo>
                      <a:pt x="410" y="2218"/>
                      <a:pt x="444" y="2781"/>
                      <a:pt x="473" y="3347"/>
                    </a:cubicBezTo>
                    <a:lnTo>
                      <a:pt x="473" y="3771"/>
                    </a:lnTo>
                    <a:cubicBezTo>
                      <a:pt x="460" y="3913"/>
                      <a:pt x="448" y="4054"/>
                      <a:pt x="448" y="4196"/>
                    </a:cubicBezTo>
                    <a:cubicBezTo>
                      <a:pt x="444" y="4476"/>
                      <a:pt x="422" y="4759"/>
                      <a:pt x="410" y="5042"/>
                    </a:cubicBezTo>
                    <a:cubicBezTo>
                      <a:pt x="407" y="5180"/>
                      <a:pt x="391" y="5322"/>
                      <a:pt x="378" y="5463"/>
                    </a:cubicBezTo>
                    <a:lnTo>
                      <a:pt x="338" y="5882"/>
                    </a:lnTo>
                    <a:lnTo>
                      <a:pt x="243" y="6725"/>
                    </a:lnTo>
                    <a:cubicBezTo>
                      <a:pt x="287" y="6445"/>
                      <a:pt x="338" y="6165"/>
                      <a:pt x="378" y="5888"/>
                    </a:cubicBezTo>
                    <a:lnTo>
                      <a:pt x="426" y="5467"/>
                    </a:lnTo>
                    <a:cubicBezTo>
                      <a:pt x="441" y="5328"/>
                      <a:pt x="460" y="5187"/>
                      <a:pt x="470" y="5045"/>
                    </a:cubicBezTo>
                    <a:cubicBezTo>
                      <a:pt x="492" y="4762"/>
                      <a:pt x="517" y="4479"/>
                      <a:pt x="520" y="4196"/>
                    </a:cubicBezTo>
                    <a:cubicBezTo>
                      <a:pt x="523" y="4054"/>
                      <a:pt x="529" y="3913"/>
                      <a:pt x="564" y="3771"/>
                    </a:cubicBezTo>
                    <a:lnTo>
                      <a:pt x="564" y="3347"/>
                    </a:lnTo>
                    <a:cubicBezTo>
                      <a:pt x="517" y="2781"/>
                      <a:pt x="473" y="2214"/>
                      <a:pt x="394" y="1651"/>
                    </a:cubicBezTo>
                    <a:cubicBezTo>
                      <a:pt x="319" y="1092"/>
                      <a:pt x="190" y="535"/>
                      <a:pt x="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9" name="Google Shape;909;p28"/>
              <p:cNvSpPr/>
              <p:nvPr/>
            </p:nvSpPr>
            <p:spPr>
              <a:xfrm>
                <a:off x="5182875" y="2014175"/>
                <a:ext cx="24650" cy="166475"/>
              </a:xfrm>
              <a:custGeom>
                <a:avLst/>
                <a:gdLst/>
                <a:ahLst/>
                <a:cxnLst/>
                <a:rect l="l" t="t" r="r" b="b"/>
                <a:pathLst>
                  <a:path w="986" h="6659" extrusionOk="0">
                    <a:moveTo>
                      <a:pt x="1" y="1"/>
                    </a:moveTo>
                    <a:cubicBezTo>
                      <a:pt x="170" y="233"/>
                      <a:pt x="312" y="485"/>
                      <a:pt x="416" y="752"/>
                    </a:cubicBezTo>
                    <a:cubicBezTo>
                      <a:pt x="447" y="815"/>
                      <a:pt x="479" y="881"/>
                      <a:pt x="504" y="947"/>
                    </a:cubicBezTo>
                    <a:lnTo>
                      <a:pt x="576" y="1152"/>
                    </a:lnTo>
                    <a:lnTo>
                      <a:pt x="611" y="1255"/>
                    </a:lnTo>
                    <a:cubicBezTo>
                      <a:pt x="623" y="1287"/>
                      <a:pt x="630" y="1322"/>
                      <a:pt x="642" y="1356"/>
                    </a:cubicBezTo>
                    <a:lnTo>
                      <a:pt x="702" y="1564"/>
                    </a:lnTo>
                    <a:cubicBezTo>
                      <a:pt x="840" y="2124"/>
                      <a:pt x="906" y="2702"/>
                      <a:pt x="897" y="3275"/>
                    </a:cubicBezTo>
                    <a:lnTo>
                      <a:pt x="891" y="3709"/>
                    </a:lnTo>
                    <a:lnTo>
                      <a:pt x="847" y="4136"/>
                    </a:lnTo>
                    <a:lnTo>
                      <a:pt x="828" y="4353"/>
                    </a:lnTo>
                    <a:cubicBezTo>
                      <a:pt x="818" y="4423"/>
                      <a:pt x="803" y="4495"/>
                      <a:pt x="793" y="4564"/>
                    </a:cubicBezTo>
                    <a:lnTo>
                      <a:pt x="721" y="4989"/>
                    </a:lnTo>
                    <a:cubicBezTo>
                      <a:pt x="708" y="5061"/>
                      <a:pt x="693" y="5130"/>
                      <a:pt x="674" y="5203"/>
                    </a:cubicBezTo>
                    <a:lnTo>
                      <a:pt x="623" y="5410"/>
                    </a:lnTo>
                    <a:lnTo>
                      <a:pt x="520" y="5832"/>
                    </a:lnTo>
                    <a:lnTo>
                      <a:pt x="265" y="6659"/>
                    </a:lnTo>
                    <a:cubicBezTo>
                      <a:pt x="362" y="6388"/>
                      <a:pt x="457" y="6109"/>
                      <a:pt x="557" y="5841"/>
                    </a:cubicBezTo>
                    <a:lnTo>
                      <a:pt x="671" y="5423"/>
                    </a:lnTo>
                    <a:lnTo>
                      <a:pt x="724" y="5212"/>
                    </a:lnTo>
                    <a:cubicBezTo>
                      <a:pt x="743" y="5143"/>
                      <a:pt x="765" y="5071"/>
                      <a:pt x="774" y="5001"/>
                    </a:cubicBezTo>
                    <a:lnTo>
                      <a:pt x="859" y="4574"/>
                    </a:lnTo>
                    <a:cubicBezTo>
                      <a:pt x="872" y="4501"/>
                      <a:pt x="884" y="4426"/>
                      <a:pt x="897" y="4357"/>
                    </a:cubicBezTo>
                    <a:lnTo>
                      <a:pt x="922" y="4140"/>
                    </a:lnTo>
                    <a:lnTo>
                      <a:pt x="969" y="3709"/>
                    </a:lnTo>
                    <a:lnTo>
                      <a:pt x="982" y="3272"/>
                    </a:lnTo>
                    <a:cubicBezTo>
                      <a:pt x="985" y="2690"/>
                      <a:pt x="913" y="2108"/>
                      <a:pt x="765" y="1545"/>
                    </a:cubicBezTo>
                    <a:lnTo>
                      <a:pt x="702" y="1337"/>
                    </a:lnTo>
                    <a:cubicBezTo>
                      <a:pt x="689" y="1306"/>
                      <a:pt x="683" y="1271"/>
                      <a:pt x="671" y="1233"/>
                    </a:cubicBezTo>
                    <a:lnTo>
                      <a:pt x="630" y="1133"/>
                    </a:lnTo>
                    <a:lnTo>
                      <a:pt x="551" y="928"/>
                    </a:lnTo>
                    <a:cubicBezTo>
                      <a:pt x="526" y="862"/>
                      <a:pt x="491" y="799"/>
                      <a:pt x="460" y="730"/>
                    </a:cubicBezTo>
                    <a:cubicBezTo>
                      <a:pt x="340" y="469"/>
                      <a:pt x="186" y="224"/>
                      <a:pt x="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0" name="Google Shape;910;p28"/>
              <p:cNvSpPr/>
              <p:nvPr/>
            </p:nvSpPr>
            <p:spPr>
              <a:xfrm>
                <a:off x="5191850" y="2016625"/>
                <a:ext cx="35175" cy="162625"/>
              </a:xfrm>
              <a:custGeom>
                <a:avLst/>
                <a:gdLst/>
                <a:ahLst/>
                <a:cxnLst/>
                <a:rect l="l" t="t" r="r" b="b"/>
                <a:pathLst>
                  <a:path w="1407" h="6505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24" y="189"/>
                      <a:pt x="425" y="406"/>
                      <a:pt x="582" y="654"/>
                    </a:cubicBezTo>
                    <a:cubicBezTo>
                      <a:pt x="749" y="893"/>
                      <a:pt x="890" y="1148"/>
                      <a:pt x="1000" y="1419"/>
                    </a:cubicBezTo>
                    <a:cubicBezTo>
                      <a:pt x="1221" y="1963"/>
                      <a:pt x="1334" y="2541"/>
                      <a:pt x="1331" y="3126"/>
                    </a:cubicBezTo>
                    <a:cubicBezTo>
                      <a:pt x="1334" y="3271"/>
                      <a:pt x="1334" y="3416"/>
                      <a:pt x="1318" y="3564"/>
                    </a:cubicBezTo>
                    <a:cubicBezTo>
                      <a:pt x="1302" y="3708"/>
                      <a:pt x="1299" y="3853"/>
                      <a:pt x="1271" y="3998"/>
                    </a:cubicBezTo>
                    <a:lnTo>
                      <a:pt x="1239" y="4215"/>
                    </a:lnTo>
                    <a:lnTo>
                      <a:pt x="1195" y="4432"/>
                    </a:lnTo>
                    <a:cubicBezTo>
                      <a:pt x="1180" y="4501"/>
                      <a:pt x="1164" y="4573"/>
                      <a:pt x="1145" y="4642"/>
                    </a:cubicBezTo>
                    <a:lnTo>
                      <a:pt x="1092" y="4856"/>
                    </a:lnTo>
                    <a:cubicBezTo>
                      <a:pt x="1057" y="4998"/>
                      <a:pt x="1007" y="5136"/>
                      <a:pt x="966" y="5278"/>
                    </a:cubicBezTo>
                    <a:lnTo>
                      <a:pt x="821" y="5693"/>
                    </a:lnTo>
                    <a:lnTo>
                      <a:pt x="658" y="6102"/>
                    </a:lnTo>
                    <a:lnTo>
                      <a:pt x="475" y="6504"/>
                    </a:lnTo>
                    <a:cubicBezTo>
                      <a:pt x="755" y="5985"/>
                      <a:pt x="978" y="5438"/>
                      <a:pt x="1148" y="4872"/>
                    </a:cubicBezTo>
                    <a:cubicBezTo>
                      <a:pt x="1189" y="4730"/>
                      <a:pt x="1230" y="4589"/>
                      <a:pt x="1258" y="4444"/>
                    </a:cubicBezTo>
                    <a:lnTo>
                      <a:pt x="1305" y="4227"/>
                    </a:lnTo>
                    <a:lnTo>
                      <a:pt x="1340" y="4010"/>
                    </a:lnTo>
                    <a:cubicBezTo>
                      <a:pt x="1365" y="3865"/>
                      <a:pt x="1384" y="3718"/>
                      <a:pt x="1390" y="3570"/>
                    </a:cubicBezTo>
                    <a:cubicBezTo>
                      <a:pt x="1400" y="3422"/>
                      <a:pt x="1406" y="3274"/>
                      <a:pt x="1406" y="3126"/>
                    </a:cubicBezTo>
                    <a:cubicBezTo>
                      <a:pt x="1406" y="2532"/>
                      <a:pt x="1290" y="1944"/>
                      <a:pt x="1057" y="1396"/>
                    </a:cubicBezTo>
                    <a:cubicBezTo>
                      <a:pt x="944" y="1126"/>
                      <a:pt x="796" y="865"/>
                      <a:pt x="617" y="629"/>
                    </a:cubicBezTo>
                    <a:cubicBezTo>
                      <a:pt x="525" y="513"/>
                      <a:pt x="434" y="396"/>
                      <a:pt x="330" y="293"/>
                    </a:cubicBezTo>
                    <a:cubicBezTo>
                      <a:pt x="230" y="186"/>
                      <a:pt x="120" y="88"/>
                      <a:pt x="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1" name="Google Shape;911;p28"/>
              <p:cNvSpPr/>
              <p:nvPr/>
            </p:nvSpPr>
            <p:spPr>
              <a:xfrm>
                <a:off x="5156850" y="2060575"/>
                <a:ext cx="12125" cy="12750"/>
              </a:xfrm>
              <a:custGeom>
                <a:avLst/>
                <a:gdLst/>
                <a:ahLst/>
                <a:cxnLst/>
                <a:rect l="l" t="t" r="r" b="b"/>
                <a:pathLst>
                  <a:path w="485" h="510" extrusionOk="0">
                    <a:moveTo>
                      <a:pt x="485" y="0"/>
                    </a:moveTo>
                    <a:cubicBezTo>
                      <a:pt x="460" y="35"/>
                      <a:pt x="431" y="76"/>
                      <a:pt x="409" y="110"/>
                    </a:cubicBezTo>
                    <a:cubicBezTo>
                      <a:pt x="384" y="145"/>
                      <a:pt x="362" y="179"/>
                      <a:pt x="337" y="220"/>
                    </a:cubicBezTo>
                    <a:cubicBezTo>
                      <a:pt x="303" y="278"/>
                      <a:pt x="265" y="341"/>
                      <a:pt x="228" y="404"/>
                    </a:cubicBezTo>
                    <a:lnTo>
                      <a:pt x="228" y="404"/>
                    </a:lnTo>
                    <a:cubicBezTo>
                      <a:pt x="157" y="289"/>
                      <a:pt x="82" y="176"/>
                      <a:pt x="1" y="66"/>
                    </a:cubicBezTo>
                    <a:lnTo>
                      <a:pt x="1" y="66"/>
                    </a:lnTo>
                    <a:cubicBezTo>
                      <a:pt x="63" y="205"/>
                      <a:pt x="130" y="337"/>
                      <a:pt x="202" y="472"/>
                    </a:cubicBezTo>
                    <a:lnTo>
                      <a:pt x="224" y="510"/>
                    </a:lnTo>
                    <a:lnTo>
                      <a:pt x="249" y="472"/>
                    </a:lnTo>
                    <a:cubicBezTo>
                      <a:pt x="287" y="406"/>
                      <a:pt x="321" y="337"/>
                      <a:pt x="359" y="271"/>
                    </a:cubicBezTo>
                    <a:cubicBezTo>
                      <a:pt x="384" y="220"/>
                      <a:pt x="409" y="173"/>
                      <a:pt x="431" y="123"/>
                    </a:cubicBezTo>
                    <a:cubicBezTo>
                      <a:pt x="447" y="82"/>
                      <a:pt x="469" y="38"/>
                      <a:pt x="48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2" name="Google Shape;912;p28"/>
              <p:cNvSpPr/>
              <p:nvPr/>
            </p:nvSpPr>
            <p:spPr>
              <a:xfrm>
                <a:off x="5161400" y="2057725"/>
                <a:ext cx="1850" cy="14650"/>
              </a:xfrm>
              <a:custGeom>
                <a:avLst/>
                <a:gdLst/>
                <a:ahLst/>
                <a:cxnLst/>
                <a:rect l="l" t="t" r="r" b="b"/>
                <a:pathLst>
                  <a:path w="74" h="586" extrusionOk="0">
                    <a:moveTo>
                      <a:pt x="26" y="1"/>
                    </a:moveTo>
                    <a:cubicBezTo>
                      <a:pt x="1" y="196"/>
                      <a:pt x="7" y="397"/>
                      <a:pt x="48" y="586"/>
                    </a:cubicBezTo>
                    <a:cubicBezTo>
                      <a:pt x="73" y="394"/>
                      <a:pt x="70" y="193"/>
                      <a:pt x="2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3" name="Google Shape;913;p28"/>
              <p:cNvSpPr/>
              <p:nvPr/>
            </p:nvSpPr>
            <p:spPr>
              <a:xfrm>
                <a:off x="5204825" y="2012525"/>
                <a:ext cx="12450" cy="12300"/>
              </a:xfrm>
              <a:custGeom>
                <a:avLst/>
                <a:gdLst/>
                <a:ahLst/>
                <a:cxnLst/>
                <a:rect l="l" t="t" r="r" b="b"/>
                <a:pathLst>
                  <a:path w="498" h="492" extrusionOk="0">
                    <a:moveTo>
                      <a:pt x="50" y="0"/>
                    </a:moveTo>
                    <a:cubicBezTo>
                      <a:pt x="25" y="145"/>
                      <a:pt x="6" y="299"/>
                      <a:pt x="0" y="444"/>
                    </a:cubicBezTo>
                    <a:lnTo>
                      <a:pt x="0" y="491"/>
                    </a:lnTo>
                    <a:lnTo>
                      <a:pt x="41" y="472"/>
                    </a:lnTo>
                    <a:cubicBezTo>
                      <a:pt x="120" y="431"/>
                      <a:pt x="198" y="387"/>
                      <a:pt x="271" y="343"/>
                    </a:cubicBezTo>
                    <a:lnTo>
                      <a:pt x="387" y="277"/>
                    </a:lnTo>
                    <a:cubicBezTo>
                      <a:pt x="422" y="255"/>
                      <a:pt x="459" y="230"/>
                      <a:pt x="497" y="208"/>
                    </a:cubicBezTo>
                    <a:lnTo>
                      <a:pt x="497" y="208"/>
                    </a:lnTo>
                    <a:cubicBezTo>
                      <a:pt x="456" y="224"/>
                      <a:pt x="418" y="236"/>
                      <a:pt x="374" y="255"/>
                    </a:cubicBezTo>
                    <a:cubicBezTo>
                      <a:pt x="330" y="274"/>
                      <a:pt x="293" y="290"/>
                      <a:pt x="252" y="309"/>
                    </a:cubicBezTo>
                    <a:lnTo>
                      <a:pt x="58" y="407"/>
                    </a:lnTo>
                    <a:lnTo>
                      <a:pt x="58" y="407"/>
                    </a:lnTo>
                    <a:cubicBezTo>
                      <a:pt x="63" y="272"/>
                      <a:pt x="62" y="134"/>
                      <a:pt x="5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4" name="Google Shape;914;p28"/>
              <p:cNvSpPr/>
              <p:nvPr/>
            </p:nvSpPr>
            <p:spPr>
              <a:xfrm>
                <a:off x="5205450" y="2011175"/>
                <a:ext cx="7575" cy="12625"/>
              </a:xfrm>
              <a:custGeom>
                <a:avLst/>
                <a:gdLst/>
                <a:ahLst/>
                <a:cxnLst/>
                <a:rect l="l" t="t" r="r" b="b"/>
                <a:pathLst>
                  <a:path w="303" h="505" extrusionOk="0">
                    <a:moveTo>
                      <a:pt x="302" y="1"/>
                    </a:moveTo>
                    <a:lnTo>
                      <a:pt x="302" y="1"/>
                    </a:lnTo>
                    <a:cubicBezTo>
                      <a:pt x="173" y="149"/>
                      <a:pt x="70" y="322"/>
                      <a:pt x="0" y="504"/>
                    </a:cubicBezTo>
                    <a:cubicBezTo>
                      <a:pt x="66" y="432"/>
                      <a:pt x="120" y="353"/>
                      <a:pt x="173" y="265"/>
                    </a:cubicBezTo>
                    <a:cubicBezTo>
                      <a:pt x="224" y="183"/>
                      <a:pt x="268" y="95"/>
                      <a:pt x="30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5" name="Google Shape;915;p28"/>
              <p:cNvSpPr/>
              <p:nvPr/>
            </p:nvSpPr>
            <p:spPr>
              <a:xfrm>
                <a:off x="5194200" y="2046100"/>
                <a:ext cx="12300" cy="11900"/>
              </a:xfrm>
              <a:custGeom>
                <a:avLst/>
                <a:gdLst/>
                <a:ahLst/>
                <a:cxnLst/>
                <a:rect l="l" t="t" r="r" b="b"/>
                <a:pathLst>
                  <a:path w="492" h="476" extrusionOk="0">
                    <a:moveTo>
                      <a:pt x="491" y="0"/>
                    </a:moveTo>
                    <a:cubicBezTo>
                      <a:pt x="460" y="32"/>
                      <a:pt x="428" y="67"/>
                      <a:pt x="403" y="98"/>
                    </a:cubicBezTo>
                    <a:cubicBezTo>
                      <a:pt x="375" y="136"/>
                      <a:pt x="347" y="167"/>
                      <a:pt x="318" y="202"/>
                    </a:cubicBezTo>
                    <a:cubicBezTo>
                      <a:pt x="275" y="256"/>
                      <a:pt x="229" y="314"/>
                      <a:pt x="186" y="371"/>
                    </a:cubicBezTo>
                    <a:lnTo>
                      <a:pt x="186" y="371"/>
                    </a:lnTo>
                    <a:cubicBezTo>
                      <a:pt x="131" y="249"/>
                      <a:pt x="68" y="126"/>
                      <a:pt x="1" y="10"/>
                    </a:cubicBezTo>
                    <a:lnTo>
                      <a:pt x="1" y="10"/>
                    </a:lnTo>
                    <a:cubicBezTo>
                      <a:pt x="45" y="155"/>
                      <a:pt x="98" y="296"/>
                      <a:pt x="155" y="438"/>
                    </a:cubicBezTo>
                    <a:lnTo>
                      <a:pt x="174" y="475"/>
                    </a:lnTo>
                    <a:lnTo>
                      <a:pt x="202" y="441"/>
                    </a:lnTo>
                    <a:cubicBezTo>
                      <a:pt x="255" y="372"/>
                      <a:pt x="302" y="296"/>
                      <a:pt x="356" y="224"/>
                    </a:cubicBezTo>
                    <a:cubicBezTo>
                      <a:pt x="378" y="189"/>
                      <a:pt x="403" y="155"/>
                      <a:pt x="425" y="114"/>
                    </a:cubicBezTo>
                    <a:cubicBezTo>
                      <a:pt x="450" y="76"/>
                      <a:pt x="472" y="41"/>
                      <a:pt x="49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6" name="Google Shape;916;p28"/>
              <p:cNvSpPr/>
              <p:nvPr/>
            </p:nvSpPr>
            <p:spPr>
              <a:xfrm>
                <a:off x="5198450" y="2042100"/>
                <a:ext cx="2000" cy="14650"/>
              </a:xfrm>
              <a:custGeom>
                <a:avLst/>
                <a:gdLst/>
                <a:ahLst/>
                <a:cxnLst/>
                <a:rect l="l" t="t" r="r" b="b"/>
                <a:pathLst>
                  <a:path w="80" h="586" extrusionOk="0">
                    <a:moveTo>
                      <a:pt x="60" y="0"/>
                    </a:moveTo>
                    <a:lnTo>
                      <a:pt x="60" y="0"/>
                    </a:lnTo>
                    <a:cubicBezTo>
                      <a:pt x="35" y="94"/>
                      <a:pt x="19" y="192"/>
                      <a:pt x="13" y="289"/>
                    </a:cubicBezTo>
                    <a:cubicBezTo>
                      <a:pt x="0" y="390"/>
                      <a:pt x="0" y="488"/>
                      <a:pt x="13" y="585"/>
                    </a:cubicBezTo>
                    <a:cubicBezTo>
                      <a:pt x="63" y="393"/>
                      <a:pt x="79" y="195"/>
                      <a:pt x="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7" name="Google Shape;917;p28"/>
              <p:cNvSpPr/>
              <p:nvPr/>
            </p:nvSpPr>
            <p:spPr>
              <a:xfrm>
                <a:off x="5123050" y="2029200"/>
                <a:ext cx="12200" cy="12275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91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16" y="151"/>
                      <a:pt x="44" y="296"/>
                      <a:pt x="76" y="450"/>
                    </a:cubicBezTo>
                    <a:lnTo>
                      <a:pt x="88" y="491"/>
                    </a:lnTo>
                    <a:lnTo>
                      <a:pt x="123" y="459"/>
                    </a:lnTo>
                    <a:lnTo>
                      <a:pt x="305" y="277"/>
                    </a:lnTo>
                    <a:cubicBezTo>
                      <a:pt x="337" y="239"/>
                      <a:pt x="362" y="208"/>
                      <a:pt x="396" y="176"/>
                    </a:cubicBezTo>
                    <a:cubicBezTo>
                      <a:pt x="434" y="145"/>
                      <a:pt x="459" y="113"/>
                      <a:pt x="488" y="79"/>
                    </a:cubicBezTo>
                    <a:lnTo>
                      <a:pt x="488" y="79"/>
                    </a:lnTo>
                    <a:cubicBezTo>
                      <a:pt x="453" y="104"/>
                      <a:pt x="415" y="129"/>
                      <a:pt x="381" y="158"/>
                    </a:cubicBezTo>
                    <a:lnTo>
                      <a:pt x="280" y="239"/>
                    </a:lnTo>
                    <a:cubicBezTo>
                      <a:pt x="227" y="292"/>
                      <a:pt x="172" y="340"/>
                      <a:pt x="119" y="392"/>
                    </a:cubicBezTo>
                    <a:lnTo>
                      <a:pt x="119" y="392"/>
                    </a:lnTo>
                    <a:cubicBezTo>
                      <a:pt x="86" y="259"/>
                      <a:pt x="46" y="128"/>
                      <a:pt x="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8" name="Google Shape;918;p28"/>
              <p:cNvSpPr/>
              <p:nvPr/>
            </p:nvSpPr>
            <p:spPr>
              <a:xfrm>
                <a:off x="5125625" y="2025975"/>
                <a:ext cx="3800" cy="14175"/>
              </a:xfrm>
              <a:custGeom>
                <a:avLst/>
                <a:gdLst/>
                <a:ahLst/>
                <a:cxnLst/>
                <a:rect l="l" t="t" r="r" b="b"/>
                <a:pathLst>
                  <a:path w="152" h="567" extrusionOk="0">
                    <a:moveTo>
                      <a:pt x="152" y="0"/>
                    </a:moveTo>
                    <a:lnTo>
                      <a:pt x="152" y="0"/>
                    </a:lnTo>
                    <a:cubicBezTo>
                      <a:pt x="70" y="176"/>
                      <a:pt x="20" y="368"/>
                      <a:pt x="1" y="566"/>
                    </a:cubicBezTo>
                    <a:cubicBezTo>
                      <a:pt x="86" y="390"/>
                      <a:pt x="136" y="195"/>
                      <a:pt x="15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9" name="Google Shape;919;p28"/>
              <p:cNvSpPr/>
              <p:nvPr/>
            </p:nvSpPr>
            <p:spPr>
              <a:xfrm>
                <a:off x="5236900" y="2069925"/>
                <a:ext cx="13075" cy="12200"/>
              </a:xfrm>
              <a:custGeom>
                <a:avLst/>
                <a:gdLst/>
                <a:ahLst/>
                <a:cxnLst/>
                <a:rect l="l" t="t" r="r" b="b"/>
                <a:pathLst>
                  <a:path w="523" h="488" extrusionOk="0">
                    <a:moveTo>
                      <a:pt x="104" y="0"/>
                    </a:moveTo>
                    <a:lnTo>
                      <a:pt x="104" y="0"/>
                    </a:lnTo>
                    <a:cubicBezTo>
                      <a:pt x="60" y="148"/>
                      <a:pt x="26" y="299"/>
                      <a:pt x="7" y="450"/>
                    </a:cubicBezTo>
                    <a:lnTo>
                      <a:pt x="0" y="488"/>
                    </a:lnTo>
                    <a:lnTo>
                      <a:pt x="41" y="472"/>
                    </a:lnTo>
                    <a:cubicBezTo>
                      <a:pt x="126" y="441"/>
                      <a:pt x="205" y="409"/>
                      <a:pt x="287" y="372"/>
                    </a:cubicBezTo>
                    <a:cubicBezTo>
                      <a:pt x="324" y="353"/>
                      <a:pt x="365" y="337"/>
                      <a:pt x="403" y="318"/>
                    </a:cubicBezTo>
                    <a:lnTo>
                      <a:pt x="523" y="258"/>
                    </a:lnTo>
                    <a:lnTo>
                      <a:pt x="523" y="258"/>
                    </a:lnTo>
                    <a:cubicBezTo>
                      <a:pt x="478" y="268"/>
                      <a:pt x="441" y="277"/>
                      <a:pt x="397" y="290"/>
                    </a:cubicBezTo>
                    <a:lnTo>
                      <a:pt x="271" y="331"/>
                    </a:lnTo>
                    <a:cubicBezTo>
                      <a:pt x="203" y="352"/>
                      <a:pt x="133" y="377"/>
                      <a:pt x="64" y="403"/>
                    </a:cubicBezTo>
                    <a:lnTo>
                      <a:pt x="64" y="403"/>
                    </a:lnTo>
                    <a:cubicBezTo>
                      <a:pt x="85" y="269"/>
                      <a:pt x="99" y="134"/>
                      <a:pt x="10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0" name="Google Shape;920;p28"/>
              <p:cNvSpPr/>
              <p:nvPr/>
            </p:nvSpPr>
            <p:spPr>
              <a:xfrm>
                <a:off x="5237600" y="2069375"/>
                <a:ext cx="9000" cy="11650"/>
              </a:xfrm>
              <a:custGeom>
                <a:avLst/>
                <a:gdLst/>
                <a:ahLst/>
                <a:cxnLst/>
                <a:rect l="l" t="t" r="r" b="b"/>
                <a:pathLst>
                  <a:path w="360" h="466" extrusionOk="0">
                    <a:moveTo>
                      <a:pt x="359" y="0"/>
                    </a:moveTo>
                    <a:cubicBezTo>
                      <a:pt x="215" y="133"/>
                      <a:pt x="92" y="293"/>
                      <a:pt x="1" y="466"/>
                    </a:cubicBezTo>
                    <a:cubicBezTo>
                      <a:pt x="76" y="403"/>
                      <a:pt x="145" y="328"/>
                      <a:pt x="202" y="249"/>
                    </a:cubicBezTo>
                    <a:cubicBezTo>
                      <a:pt x="262" y="173"/>
                      <a:pt x="315" y="89"/>
                      <a:pt x="35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1" name="Google Shape;921;p28"/>
              <p:cNvSpPr/>
              <p:nvPr/>
            </p:nvSpPr>
            <p:spPr>
              <a:xfrm>
                <a:off x="5135300" y="2109800"/>
                <a:ext cx="12300" cy="12825"/>
              </a:xfrm>
              <a:custGeom>
                <a:avLst/>
                <a:gdLst/>
                <a:ahLst/>
                <a:cxnLst/>
                <a:rect l="l" t="t" r="r" b="b"/>
                <a:pathLst>
                  <a:path w="492" h="513" extrusionOk="0">
                    <a:moveTo>
                      <a:pt x="491" y="0"/>
                    </a:moveTo>
                    <a:cubicBezTo>
                      <a:pt x="466" y="35"/>
                      <a:pt x="441" y="72"/>
                      <a:pt x="419" y="107"/>
                    </a:cubicBezTo>
                    <a:cubicBezTo>
                      <a:pt x="394" y="142"/>
                      <a:pt x="372" y="176"/>
                      <a:pt x="347" y="217"/>
                    </a:cubicBezTo>
                    <a:cubicBezTo>
                      <a:pt x="312" y="281"/>
                      <a:pt x="274" y="342"/>
                      <a:pt x="236" y="407"/>
                    </a:cubicBezTo>
                    <a:lnTo>
                      <a:pt x="236" y="407"/>
                    </a:lnTo>
                    <a:cubicBezTo>
                      <a:pt x="164" y="291"/>
                      <a:pt x="86" y="178"/>
                      <a:pt x="1" y="72"/>
                    </a:cubicBezTo>
                    <a:lnTo>
                      <a:pt x="1" y="72"/>
                    </a:lnTo>
                    <a:cubicBezTo>
                      <a:pt x="61" y="208"/>
                      <a:pt x="133" y="343"/>
                      <a:pt x="215" y="472"/>
                    </a:cubicBezTo>
                    <a:lnTo>
                      <a:pt x="237" y="513"/>
                    </a:lnTo>
                    <a:lnTo>
                      <a:pt x="262" y="472"/>
                    </a:lnTo>
                    <a:cubicBezTo>
                      <a:pt x="300" y="409"/>
                      <a:pt x="334" y="343"/>
                      <a:pt x="366" y="277"/>
                    </a:cubicBezTo>
                    <a:cubicBezTo>
                      <a:pt x="391" y="223"/>
                      <a:pt x="419" y="173"/>
                      <a:pt x="441" y="123"/>
                    </a:cubicBezTo>
                    <a:cubicBezTo>
                      <a:pt x="457" y="82"/>
                      <a:pt x="476" y="41"/>
                      <a:pt x="49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2" name="Google Shape;922;p28"/>
              <p:cNvSpPr/>
              <p:nvPr/>
            </p:nvSpPr>
            <p:spPr>
              <a:xfrm>
                <a:off x="5095525" y="2130550"/>
                <a:ext cx="10725" cy="14250"/>
              </a:xfrm>
              <a:custGeom>
                <a:avLst/>
                <a:gdLst/>
                <a:ahLst/>
                <a:cxnLst/>
                <a:rect l="l" t="t" r="r" b="b"/>
                <a:pathLst>
                  <a:path w="429" h="570" extrusionOk="0">
                    <a:moveTo>
                      <a:pt x="428" y="0"/>
                    </a:moveTo>
                    <a:cubicBezTo>
                      <a:pt x="415" y="35"/>
                      <a:pt x="409" y="79"/>
                      <a:pt x="403" y="117"/>
                    </a:cubicBezTo>
                    <a:cubicBezTo>
                      <a:pt x="390" y="164"/>
                      <a:pt x="378" y="236"/>
                      <a:pt x="368" y="280"/>
                    </a:cubicBezTo>
                    <a:cubicBezTo>
                      <a:pt x="358" y="344"/>
                      <a:pt x="348" y="407"/>
                      <a:pt x="339" y="472"/>
                    </a:cubicBezTo>
                    <a:lnTo>
                      <a:pt x="339" y="472"/>
                    </a:lnTo>
                    <a:cubicBezTo>
                      <a:pt x="229" y="392"/>
                      <a:pt x="116" y="319"/>
                      <a:pt x="0" y="249"/>
                    </a:cubicBezTo>
                    <a:lnTo>
                      <a:pt x="0" y="249"/>
                    </a:lnTo>
                    <a:cubicBezTo>
                      <a:pt x="110" y="350"/>
                      <a:pt x="224" y="447"/>
                      <a:pt x="349" y="541"/>
                    </a:cubicBezTo>
                    <a:lnTo>
                      <a:pt x="387" y="570"/>
                    </a:lnTo>
                    <a:lnTo>
                      <a:pt x="393" y="523"/>
                    </a:lnTo>
                    <a:cubicBezTo>
                      <a:pt x="406" y="434"/>
                      <a:pt x="412" y="353"/>
                      <a:pt x="422" y="261"/>
                    </a:cubicBezTo>
                    <a:cubicBezTo>
                      <a:pt x="428" y="224"/>
                      <a:pt x="428" y="177"/>
                      <a:pt x="428" y="133"/>
                    </a:cubicBezTo>
                    <a:lnTo>
                      <a:pt x="42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3" name="Google Shape;923;p28"/>
              <p:cNvSpPr/>
              <p:nvPr/>
            </p:nvSpPr>
            <p:spPr>
              <a:xfrm>
                <a:off x="5099050" y="2130150"/>
                <a:ext cx="6175" cy="13475"/>
              </a:xfrm>
              <a:custGeom>
                <a:avLst/>
                <a:gdLst/>
                <a:ahLst/>
                <a:cxnLst/>
                <a:rect l="l" t="t" r="r" b="b"/>
                <a:pathLst>
                  <a:path w="247" h="539" extrusionOk="0">
                    <a:moveTo>
                      <a:pt x="1" y="1"/>
                    </a:moveTo>
                    <a:lnTo>
                      <a:pt x="1" y="1"/>
                    </a:lnTo>
                    <a:cubicBezTo>
                      <a:pt x="26" y="98"/>
                      <a:pt x="57" y="193"/>
                      <a:pt x="98" y="284"/>
                    </a:cubicBezTo>
                    <a:cubicBezTo>
                      <a:pt x="139" y="375"/>
                      <a:pt x="186" y="460"/>
                      <a:pt x="246" y="539"/>
                    </a:cubicBezTo>
                    <a:cubicBezTo>
                      <a:pt x="199" y="347"/>
                      <a:pt x="114" y="164"/>
                      <a:pt x="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4" name="Google Shape;924;p28"/>
              <p:cNvSpPr/>
              <p:nvPr/>
            </p:nvSpPr>
            <p:spPr>
              <a:xfrm>
                <a:off x="5086475" y="2029275"/>
                <a:ext cx="10725" cy="14325"/>
              </a:xfrm>
              <a:custGeom>
                <a:avLst/>
                <a:gdLst/>
                <a:ahLst/>
                <a:cxnLst/>
                <a:rect l="l" t="t" r="r" b="b"/>
                <a:pathLst>
                  <a:path w="429" h="573" extrusionOk="0">
                    <a:moveTo>
                      <a:pt x="372" y="0"/>
                    </a:moveTo>
                    <a:cubicBezTo>
                      <a:pt x="365" y="44"/>
                      <a:pt x="365" y="95"/>
                      <a:pt x="340" y="136"/>
                    </a:cubicBezTo>
                    <a:lnTo>
                      <a:pt x="340" y="265"/>
                    </a:lnTo>
                    <a:cubicBezTo>
                      <a:pt x="361" y="339"/>
                      <a:pt x="369" y="406"/>
                      <a:pt x="374" y="478"/>
                    </a:cubicBezTo>
                    <a:lnTo>
                      <a:pt x="374" y="478"/>
                    </a:lnTo>
                    <a:cubicBezTo>
                      <a:pt x="253" y="418"/>
                      <a:pt x="127" y="366"/>
                      <a:pt x="1" y="321"/>
                    </a:cubicBezTo>
                    <a:lnTo>
                      <a:pt x="1" y="321"/>
                    </a:lnTo>
                    <a:cubicBezTo>
                      <a:pt x="126" y="403"/>
                      <a:pt x="255" y="478"/>
                      <a:pt x="394" y="551"/>
                    </a:cubicBezTo>
                    <a:lnTo>
                      <a:pt x="428" y="573"/>
                    </a:lnTo>
                    <a:lnTo>
                      <a:pt x="428" y="526"/>
                    </a:lnTo>
                    <a:cubicBezTo>
                      <a:pt x="425" y="434"/>
                      <a:pt x="422" y="353"/>
                      <a:pt x="409" y="261"/>
                    </a:cubicBezTo>
                    <a:cubicBezTo>
                      <a:pt x="406" y="221"/>
                      <a:pt x="403" y="170"/>
                      <a:pt x="394" y="132"/>
                    </a:cubicBezTo>
                    <a:cubicBezTo>
                      <a:pt x="387" y="92"/>
                      <a:pt x="378" y="44"/>
                      <a:pt x="37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5" name="Google Shape;925;p28"/>
              <p:cNvSpPr/>
              <p:nvPr/>
            </p:nvSpPr>
            <p:spPr>
              <a:xfrm>
                <a:off x="5088050" y="2030300"/>
                <a:ext cx="8600" cy="11975"/>
              </a:xfrm>
              <a:custGeom>
                <a:avLst/>
                <a:gdLst/>
                <a:ahLst/>
                <a:cxnLst/>
                <a:rect l="l" t="t" r="r" b="b"/>
                <a:pathLst>
                  <a:path w="344" h="479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45" y="91"/>
                      <a:pt x="92" y="173"/>
                      <a:pt x="151" y="255"/>
                    </a:cubicBezTo>
                    <a:cubicBezTo>
                      <a:pt x="208" y="337"/>
                      <a:pt x="271" y="412"/>
                      <a:pt x="343" y="478"/>
                    </a:cubicBezTo>
                    <a:cubicBezTo>
                      <a:pt x="299" y="390"/>
                      <a:pt x="252" y="302"/>
                      <a:pt x="192" y="224"/>
                    </a:cubicBezTo>
                    <a:cubicBezTo>
                      <a:pt x="133" y="142"/>
                      <a:pt x="73" y="66"/>
                      <a:pt x="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6" name="Google Shape;926;p28"/>
              <p:cNvSpPr/>
              <p:nvPr/>
            </p:nvSpPr>
            <p:spPr>
              <a:xfrm>
                <a:off x="5220075" y="2108450"/>
                <a:ext cx="12275" cy="11975"/>
              </a:xfrm>
              <a:custGeom>
                <a:avLst/>
                <a:gdLst/>
                <a:ahLst/>
                <a:cxnLst/>
                <a:rect l="l" t="t" r="r" b="b"/>
                <a:pathLst>
                  <a:path w="491" h="479" extrusionOk="0">
                    <a:moveTo>
                      <a:pt x="491" y="1"/>
                    </a:moveTo>
                    <a:cubicBezTo>
                      <a:pt x="456" y="32"/>
                      <a:pt x="428" y="67"/>
                      <a:pt x="400" y="98"/>
                    </a:cubicBezTo>
                    <a:cubicBezTo>
                      <a:pt x="371" y="130"/>
                      <a:pt x="346" y="164"/>
                      <a:pt x="318" y="199"/>
                    </a:cubicBezTo>
                    <a:lnTo>
                      <a:pt x="193" y="373"/>
                    </a:lnTo>
                    <a:lnTo>
                      <a:pt x="193" y="373"/>
                    </a:lnTo>
                    <a:cubicBezTo>
                      <a:pt x="135" y="249"/>
                      <a:pt x="71" y="129"/>
                      <a:pt x="0" y="10"/>
                    </a:cubicBezTo>
                    <a:lnTo>
                      <a:pt x="0" y="10"/>
                    </a:lnTo>
                    <a:cubicBezTo>
                      <a:pt x="48" y="158"/>
                      <a:pt x="104" y="299"/>
                      <a:pt x="164" y="441"/>
                    </a:cubicBezTo>
                    <a:lnTo>
                      <a:pt x="183" y="479"/>
                    </a:lnTo>
                    <a:lnTo>
                      <a:pt x="211" y="444"/>
                    </a:lnTo>
                    <a:cubicBezTo>
                      <a:pt x="261" y="372"/>
                      <a:pt x="309" y="303"/>
                      <a:pt x="356" y="227"/>
                    </a:cubicBezTo>
                    <a:cubicBezTo>
                      <a:pt x="384" y="189"/>
                      <a:pt x="409" y="152"/>
                      <a:pt x="428" y="114"/>
                    </a:cubicBezTo>
                    <a:cubicBezTo>
                      <a:pt x="447" y="79"/>
                      <a:pt x="472" y="38"/>
                      <a:pt x="49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7" name="Google Shape;927;p28"/>
              <p:cNvSpPr/>
              <p:nvPr/>
            </p:nvSpPr>
            <p:spPr>
              <a:xfrm>
                <a:off x="5088275" y="2159175"/>
                <a:ext cx="145750" cy="20150"/>
              </a:xfrm>
              <a:custGeom>
                <a:avLst/>
                <a:gdLst/>
                <a:ahLst/>
                <a:cxnLst/>
                <a:rect l="l" t="t" r="r" b="b"/>
                <a:pathLst>
                  <a:path w="5830" h="806" extrusionOk="0">
                    <a:moveTo>
                      <a:pt x="1" y="0"/>
                    </a:moveTo>
                    <a:lnTo>
                      <a:pt x="1" y="805"/>
                    </a:lnTo>
                    <a:lnTo>
                      <a:pt x="5829" y="805"/>
                    </a:lnTo>
                    <a:lnTo>
                      <a:pt x="582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928" name="Google Shape;928;p28"/>
          <p:cNvGrpSpPr/>
          <p:nvPr/>
        </p:nvGrpSpPr>
        <p:grpSpPr>
          <a:xfrm>
            <a:off x="7637504" y="848679"/>
            <a:ext cx="1365469" cy="935075"/>
            <a:chOff x="4354825" y="2560575"/>
            <a:chExt cx="284900" cy="195100"/>
          </a:xfrm>
        </p:grpSpPr>
        <p:sp>
          <p:nvSpPr>
            <p:cNvPr id="929" name="Google Shape;929;p28"/>
            <p:cNvSpPr/>
            <p:nvPr/>
          </p:nvSpPr>
          <p:spPr>
            <a:xfrm>
              <a:off x="4354825" y="2560575"/>
              <a:ext cx="284900" cy="195100"/>
            </a:xfrm>
            <a:custGeom>
              <a:avLst/>
              <a:gdLst/>
              <a:ahLst/>
              <a:cxnLst/>
              <a:rect l="l" t="t" r="r" b="b"/>
              <a:pathLst>
                <a:path w="11396" h="7804" extrusionOk="0">
                  <a:moveTo>
                    <a:pt x="11304" y="89"/>
                  </a:moveTo>
                  <a:lnTo>
                    <a:pt x="11304" y="7713"/>
                  </a:lnTo>
                  <a:lnTo>
                    <a:pt x="91" y="7713"/>
                  </a:lnTo>
                  <a:lnTo>
                    <a:pt x="91" y="89"/>
                  </a:lnTo>
                  <a:close/>
                  <a:moveTo>
                    <a:pt x="0" y="1"/>
                  </a:moveTo>
                  <a:lnTo>
                    <a:pt x="0" y="7804"/>
                  </a:lnTo>
                  <a:lnTo>
                    <a:pt x="11395" y="7804"/>
                  </a:lnTo>
                  <a:lnTo>
                    <a:pt x="113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Google Shape;930;p28"/>
            <p:cNvSpPr/>
            <p:nvPr/>
          </p:nvSpPr>
          <p:spPr>
            <a:xfrm>
              <a:off x="4366850" y="2568525"/>
              <a:ext cx="11275" cy="11175"/>
            </a:xfrm>
            <a:custGeom>
              <a:avLst/>
              <a:gdLst/>
              <a:ahLst/>
              <a:cxnLst/>
              <a:rect l="l" t="t" r="r" b="b"/>
              <a:pathLst>
                <a:path w="451" h="447" extrusionOk="0">
                  <a:moveTo>
                    <a:pt x="224" y="0"/>
                  </a:moveTo>
                  <a:cubicBezTo>
                    <a:pt x="101" y="0"/>
                    <a:pt x="0" y="101"/>
                    <a:pt x="0" y="224"/>
                  </a:cubicBezTo>
                  <a:cubicBezTo>
                    <a:pt x="0" y="346"/>
                    <a:pt x="98" y="447"/>
                    <a:pt x="224" y="447"/>
                  </a:cubicBezTo>
                  <a:cubicBezTo>
                    <a:pt x="350" y="447"/>
                    <a:pt x="450" y="349"/>
                    <a:pt x="450" y="224"/>
                  </a:cubicBezTo>
                  <a:cubicBezTo>
                    <a:pt x="450" y="101"/>
                    <a:pt x="350" y="0"/>
                    <a:pt x="22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Google Shape;931;p28"/>
            <p:cNvSpPr/>
            <p:nvPr/>
          </p:nvSpPr>
          <p:spPr>
            <a:xfrm>
              <a:off x="4389800" y="2568525"/>
              <a:ext cx="11350" cy="11175"/>
            </a:xfrm>
            <a:custGeom>
              <a:avLst/>
              <a:gdLst/>
              <a:ahLst/>
              <a:cxnLst/>
              <a:rect l="l" t="t" r="r" b="b"/>
              <a:pathLst>
                <a:path w="454" h="447" extrusionOk="0">
                  <a:moveTo>
                    <a:pt x="230" y="0"/>
                  </a:moveTo>
                  <a:cubicBezTo>
                    <a:pt x="105" y="0"/>
                    <a:pt x="1" y="101"/>
                    <a:pt x="1" y="224"/>
                  </a:cubicBezTo>
                  <a:cubicBezTo>
                    <a:pt x="1" y="346"/>
                    <a:pt x="105" y="447"/>
                    <a:pt x="230" y="447"/>
                  </a:cubicBezTo>
                  <a:cubicBezTo>
                    <a:pt x="350" y="447"/>
                    <a:pt x="454" y="349"/>
                    <a:pt x="454" y="224"/>
                  </a:cubicBezTo>
                  <a:cubicBezTo>
                    <a:pt x="454" y="101"/>
                    <a:pt x="356" y="0"/>
                    <a:pt x="23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Google Shape;932;p28"/>
            <p:cNvSpPr/>
            <p:nvPr/>
          </p:nvSpPr>
          <p:spPr>
            <a:xfrm>
              <a:off x="4412925" y="2568525"/>
              <a:ext cx="11350" cy="11175"/>
            </a:xfrm>
            <a:custGeom>
              <a:avLst/>
              <a:gdLst/>
              <a:ahLst/>
              <a:cxnLst/>
              <a:rect l="l" t="t" r="r" b="b"/>
              <a:pathLst>
                <a:path w="454" h="447" extrusionOk="0">
                  <a:moveTo>
                    <a:pt x="227" y="0"/>
                  </a:moveTo>
                  <a:cubicBezTo>
                    <a:pt x="101" y="0"/>
                    <a:pt x="1" y="101"/>
                    <a:pt x="1" y="224"/>
                  </a:cubicBezTo>
                  <a:cubicBezTo>
                    <a:pt x="1" y="346"/>
                    <a:pt x="101" y="447"/>
                    <a:pt x="227" y="447"/>
                  </a:cubicBezTo>
                  <a:cubicBezTo>
                    <a:pt x="350" y="447"/>
                    <a:pt x="454" y="349"/>
                    <a:pt x="454" y="224"/>
                  </a:cubicBezTo>
                  <a:cubicBezTo>
                    <a:pt x="454" y="101"/>
                    <a:pt x="353" y="0"/>
                    <a:pt x="22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28"/>
            <p:cNvSpPr/>
            <p:nvPr/>
          </p:nvSpPr>
          <p:spPr>
            <a:xfrm>
              <a:off x="4357100" y="2585200"/>
              <a:ext cx="282625" cy="2300"/>
            </a:xfrm>
            <a:custGeom>
              <a:avLst/>
              <a:gdLst/>
              <a:ahLst/>
              <a:cxnLst/>
              <a:rect l="l" t="t" r="r" b="b"/>
              <a:pathLst>
                <a:path w="11305" h="92" extrusionOk="0">
                  <a:moveTo>
                    <a:pt x="0" y="0"/>
                  </a:moveTo>
                  <a:lnTo>
                    <a:pt x="0" y="91"/>
                  </a:lnTo>
                  <a:lnTo>
                    <a:pt x="11304" y="91"/>
                  </a:lnTo>
                  <a:lnTo>
                    <a:pt x="1130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34" name="Google Shape;934;p28"/>
          <p:cNvGrpSpPr/>
          <p:nvPr/>
        </p:nvGrpSpPr>
        <p:grpSpPr>
          <a:xfrm>
            <a:off x="362493" y="973253"/>
            <a:ext cx="3701910" cy="4287421"/>
            <a:chOff x="362493" y="973253"/>
            <a:chExt cx="3701910" cy="4287421"/>
          </a:xfrm>
        </p:grpSpPr>
        <p:grpSp>
          <p:nvGrpSpPr>
            <p:cNvPr id="935" name="Google Shape;935;p28"/>
            <p:cNvGrpSpPr/>
            <p:nvPr/>
          </p:nvGrpSpPr>
          <p:grpSpPr>
            <a:xfrm>
              <a:off x="2300748" y="973253"/>
              <a:ext cx="810096" cy="810508"/>
              <a:chOff x="4205500" y="2990700"/>
              <a:chExt cx="443499" cy="443725"/>
            </a:xfrm>
          </p:grpSpPr>
          <p:sp>
            <p:nvSpPr>
              <p:cNvPr id="936" name="Google Shape;936;p28"/>
              <p:cNvSpPr/>
              <p:nvPr/>
            </p:nvSpPr>
            <p:spPr>
              <a:xfrm>
                <a:off x="4246413" y="3406821"/>
                <a:ext cx="361746" cy="7072"/>
              </a:xfrm>
              <a:custGeom>
                <a:avLst/>
                <a:gdLst/>
                <a:ahLst/>
                <a:cxnLst/>
                <a:rect l="l" t="t" r="r" b="b"/>
                <a:pathLst>
                  <a:path w="4757" h="93" extrusionOk="0">
                    <a:moveTo>
                      <a:pt x="0" y="1"/>
                    </a:moveTo>
                    <a:lnTo>
                      <a:pt x="0" y="92"/>
                    </a:lnTo>
                    <a:lnTo>
                      <a:pt x="180" y="92"/>
                    </a:lnTo>
                    <a:lnTo>
                      <a:pt x="180" y="1"/>
                    </a:lnTo>
                    <a:close/>
                    <a:moveTo>
                      <a:pt x="271" y="1"/>
                    </a:moveTo>
                    <a:lnTo>
                      <a:pt x="271" y="92"/>
                    </a:lnTo>
                    <a:lnTo>
                      <a:pt x="453" y="92"/>
                    </a:lnTo>
                    <a:lnTo>
                      <a:pt x="453" y="1"/>
                    </a:lnTo>
                    <a:close/>
                    <a:moveTo>
                      <a:pt x="538" y="1"/>
                    </a:moveTo>
                    <a:lnTo>
                      <a:pt x="538" y="92"/>
                    </a:lnTo>
                    <a:lnTo>
                      <a:pt x="721" y="92"/>
                    </a:lnTo>
                    <a:lnTo>
                      <a:pt x="721" y="1"/>
                    </a:lnTo>
                    <a:close/>
                    <a:moveTo>
                      <a:pt x="897" y="1"/>
                    </a:moveTo>
                    <a:lnTo>
                      <a:pt x="897" y="92"/>
                    </a:lnTo>
                    <a:lnTo>
                      <a:pt x="1076" y="92"/>
                    </a:lnTo>
                    <a:lnTo>
                      <a:pt x="1076" y="1"/>
                    </a:lnTo>
                    <a:close/>
                    <a:moveTo>
                      <a:pt x="1167" y="1"/>
                    </a:moveTo>
                    <a:lnTo>
                      <a:pt x="1167" y="92"/>
                    </a:lnTo>
                    <a:lnTo>
                      <a:pt x="1350" y="92"/>
                    </a:lnTo>
                    <a:lnTo>
                      <a:pt x="1350" y="1"/>
                    </a:lnTo>
                    <a:close/>
                    <a:moveTo>
                      <a:pt x="1435" y="1"/>
                    </a:moveTo>
                    <a:lnTo>
                      <a:pt x="1435" y="92"/>
                    </a:lnTo>
                    <a:lnTo>
                      <a:pt x="1617" y="92"/>
                    </a:lnTo>
                    <a:lnTo>
                      <a:pt x="1617" y="1"/>
                    </a:lnTo>
                    <a:close/>
                    <a:moveTo>
                      <a:pt x="1705" y="1"/>
                    </a:moveTo>
                    <a:lnTo>
                      <a:pt x="1705" y="92"/>
                    </a:lnTo>
                    <a:lnTo>
                      <a:pt x="1888" y="92"/>
                    </a:lnTo>
                    <a:lnTo>
                      <a:pt x="1888" y="1"/>
                    </a:lnTo>
                    <a:close/>
                    <a:moveTo>
                      <a:pt x="1972" y="1"/>
                    </a:moveTo>
                    <a:lnTo>
                      <a:pt x="1972" y="92"/>
                    </a:lnTo>
                    <a:lnTo>
                      <a:pt x="2155" y="92"/>
                    </a:lnTo>
                    <a:lnTo>
                      <a:pt x="2155" y="1"/>
                    </a:lnTo>
                    <a:close/>
                    <a:moveTo>
                      <a:pt x="2334" y="1"/>
                    </a:moveTo>
                    <a:lnTo>
                      <a:pt x="2334" y="92"/>
                    </a:lnTo>
                    <a:lnTo>
                      <a:pt x="2517" y="92"/>
                    </a:lnTo>
                    <a:lnTo>
                      <a:pt x="2517" y="1"/>
                    </a:lnTo>
                    <a:close/>
                    <a:moveTo>
                      <a:pt x="2602" y="1"/>
                    </a:moveTo>
                    <a:lnTo>
                      <a:pt x="2602" y="92"/>
                    </a:lnTo>
                    <a:lnTo>
                      <a:pt x="2784" y="92"/>
                    </a:lnTo>
                    <a:lnTo>
                      <a:pt x="2784" y="1"/>
                    </a:lnTo>
                    <a:close/>
                    <a:moveTo>
                      <a:pt x="2869" y="1"/>
                    </a:moveTo>
                    <a:lnTo>
                      <a:pt x="2869" y="92"/>
                    </a:lnTo>
                    <a:lnTo>
                      <a:pt x="3051" y="92"/>
                    </a:lnTo>
                    <a:lnTo>
                      <a:pt x="3051" y="1"/>
                    </a:lnTo>
                    <a:close/>
                    <a:moveTo>
                      <a:pt x="3139" y="1"/>
                    </a:moveTo>
                    <a:lnTo>
                      <a:pt x="3139" y="92"/>
                    </a:lnTo>
                    <a:lnTo>
                      <a:pt x="3322" y="92"/>
                    </a:lnTo>
                    <a:lnTo>
                      <a:pt x="3322" y="1"/>
                    </a:lnTo>
                    <a:close/>
                    <a:moveTo>
                      <a:pt x="3407" y="1"/>
                    </a:moveTo>
                    <a:lnTo>
                      <a:pt x="3407" y="92"/>
                    </a:lnTo>
                    <a:lnTo>
                      <a:pt x="3589" y="92"/>
                    </a:lnTo>
                    <a:lnTo>
                      <a:pt x="3589" y="1"/>
                    </a:lnTo>
                    <a:close/>
                    <a:moveTo>
                      <a:pt x="3768" y="1"/>
                    </a:moveTo>
                    <a:lnTo>
                      <a:pt x="3768" y="92"/>
                    </a:lnTo>
                    <a:lnTo>
                      <a:pt x="3951" y="92"/>
                    </a:lnTo>
                    <a:lnTo>
                      <a:pt x="3951" y="1"/>
                    </a:lnTo>
                    <a:close/>
                    <a:moveTo>
                      <a:pt x="4036" y="1"/>
                    </a:moveTo>
                    <a:lnTo>
                      <a:pt x="4036" y="92"/>
                    </a:lnTo>
                    <a:lnTo>
                      <a:pt x="4218" y="92"/>
                    </a:lnTo>
                    <a:lnTo>
                      <a:pt x="4218" y="1"/>
                    </a:lnTo>
                    <a:close/>
                    <a:moveTo>
                      <a:pt x="4306" y="1"/>
                    </a:moveTo>
                    <a:lnTo>
                      <a:pt x="4306" y="92"/>
                    </a:lnTo>
                    <a:lnTo>
                      <a:pt x="4486" y="92"/>
                    </a:lnTo>
                    <a:lnTo>
                      <a:pt x="4486" y="1"/>
                    </a:lnTo>
                    <a:close/>
                    <a:moveTo>
                      <a:pt x="4577" y="1"/>
                    </a:moveTo>
                    <a:lnTo>
                      <a:pt x="4577" y="92"/>
                    </a:lnTo>
                    <a:lnTo>
                      <a:pt x="4756" y="92"/>
                    </a:lnTo>
                    <a:lnTo>
                      <a:pt x="4756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7" name="Google Shape;937;p28"/>
              <p:cNvSpPr/>
              <p:nvPr/>
            </p:nvSpPr>
            <p:spPr>
              <a:xfrm>
                <a:off x="4226108" y="3031612"/>
                <a:ext cx="6996" cy="361442"/>
              </a:xfrm>
              <a:custGeom>
                <a:avLst/>
                <a:gdLst/>
                <a:ahLst/>
                <a:cxnLst/>
                <a:rect l="l" t="t" r="r" b="b"/>
                <a:pathLst>
                  <a:path w="92" h="4753" extrusionOk="0">
                    <a:moveTo>
                      <a:pt x="0" y="0"/>
                    </a:moveTo>
                    <a:lnTo>
                      <a:pt x="0" y="182"/>
                    </a:lnTo>
                    <a:lnTo>
                      <a:pt x="91" y="182"/>
                    </a:lnTo>
                    <a:lnTo>
                      <a:pt x="91" y="0"/>
                    </a:lnTo>
                    <a:close/>
                    <a:moveTo>
                      <a:pt x="0" y="267"/>
                    </a:moveTo>
                    <a:lnTo>
                      <a:pt x="0" y="450"/>
                    </a:lnTo>
                    <a:lnTo>
                      <a:pt x="91" y="450"/>
                    </a:lnTo>
                    <a:lnTo>
                      <a:pt x="91" y="267"/>
                    </a:lnTo>
                    <a:close/>
                    <a:moveTo>
                      <a:pt x="0" y="538"/>
                    </a:moveTo>
                    <a:lnTo>
                      <a:pt x="0" y="720"/>
                    </a:lnTo>
                    <a:lnTo>
                      <a:pt x="91" y="720"/>
                    </a:lnTo>
                    <a:lnTo>
                      <a:pt x="91" y="538"/>
                    </a:lnTo>
                    <a:close/>
                    <a:moveTo>
                      <a:pt x="0" y="805"/>
                    </a:moveTo>
                    <a:lnTo>
                      <a:pt x="0" y="988"/>
                    </a:lnTo>
                    <a:lnTo>
                      <a:pt x="91" y="988"/>
                    </a:lnTo>
                    <a:lnTo>
                      <a:pt x="91" y="805"/>
                    </a:lnTo>
                    <a:close/>
                    <a:moveTo>
                      <a:pt x="0" y="1164"/>
                    </a:moveTo>
                    <a:lnTo>
                      <a:pt x="0" y="1346"/>
                    </a:lnTo>
                    <a:lnTo>
                      <a:pt x="91" y="1346"/>
                    </a:lnTo>
                    <a:lnTo>
                      <a:pt x="91" y="1164"/>
                    </a:lnTo>
                    <a:close/>
                    <a:moveTo>
                      <a:pt x="0" y="1434"/>
                    </a:moveTo>
                    <a:lnTo>
                      <a:pt x="0" y="1617"/>
                    </a:lnTo>
                    <a:lnTo>
                      <a:pt x="91" y="1617"/>
                    </a:lnTo>
                    <a:lnTo>
                      <a:pt x="91" y="1434"/>
                    </a:lnTo>
                    <a:close/>
                    <a:moveTo>
                      <a:pt x="0" y="1702"/>
                    </a:moveTo>
                    <a:lnTo>
                      <a:pt x="0" y="1884"/>
                    </a:lnTo>
                    <a:lnTo>
                      <a:pt x="91" y="1884"/>
                    </a:lnTo>
                    <a:lnTo>
                      <a:pt x="91" y="1702"/>
                    </a:lnTo>
                    <a:close/>
                    <a:moveTo>
                      <a:pt x="0" y="1975"/>
                    </a:moveTo>
                    <a:lnTo>
                      <a:pt x="0" y="2154"/>
                    </a:lnTo>
                    <a:lnTo>
                      <a:pt x="91" y="2154"/>
                    </a:lnTo>
                    <a:lnTo>
                      <a:pt x="91" y="1975"/>
                    </a:lnTo>
                    <a:close/>
                    <a:moveTo>
                      <a:pt x="0" y="2243"/>
                    </a:moveTo>
                    <a:lnTo>
                      <a:pt x="0" y="2422"/>
                    </a:lnTo>
                    <a:lnTo>
                      <a:pt x="91" y="2422"/>
                    </a:lnTo>
                    <a:lnTo>
                      <a:pt x="91" y="2243"/>
                    </a:lnTo>
                    <a:close/>
                    <a:moveTo>
                      <a:pt x="0" y="2598"/>
                    </a:moveTo>
                    <a:lnTo>
                      <a:pt x="0" y="2780"/>
                    </a:lnTo>
                    <a:lnTo>
                      <a:pt x="91" y="2780"/>
                    </a:lnTo>
                    <a:lnTo>
                      <a:pt x="91" y="2598"/>
                    </a:lnTo>
                    <a:close/>
                    <a:moveTo>
                      <a:pt x="0" y="2872"/>
                    </a:moveTo>
                    <a:lnTo>
                      <a:pt x="0" y="3051"/>
                    </a:lnTo>
                    <a:lnTo>
                      <a:pt x="91" y="3051"/>
                    </a:lnTo>
                    <a:lnTo>
                      <a:pt x="91" y="2872"/>
                    </a:lnTo>
                    <a:close/>
                    <a:moveTo>
                      <a:pt x="0" y="3139"/>
                    </a:moveTo>
                    <a:lnTo>
                      <a:pt x="0" y="3318"/>
                    </a:lnTo>
                    <a:lnTo>
                      <a:pt x="91" y="3318"/>
                    </a:lnTo>
                    <a:lnTo>
                      <a:pt x="91" y="3139"/>
                    </a:lnTo>
                    <a:close/>
                    <a:moveTo>
                      <a:pt x="0" y="3409"/>
                    </a:moveTo>
                    <a:lnTo>
                      <a:pt x="0" y="3589"/>
                    </a:lnTo>
                    <a:lnTo>
                      <a:pt x="91" y="3589"/>
                    </a:lnTo>
                    <a:lnTo>
                      <a:pt x="91" y="3409"/>
                    </a:lnTo>
                    <a:close/>
                    <a:moveTo>
                      <a:pt x="0" y="3677"/>
                    </a:moveTo>
                    <a:lnTo>
                      <a:pt x="0" y="3856"/>
                    </a:lnTo>
                    <a:lnTo>
                      <a:pt x="91" y="3856"/>
                    </a:lnTo>
                    <a:lnTo>
                      <a:pt x="91" y="3677"/>
                    </a:lnTo>
                    <a:close/>
                    <a:moveTo>
                      <a:pt x="0" y="4035"/>
                    </a:moveTo>
                    <a:lnTo>
                      <a:pt x="0" y="4215"/>
                    </a:lnTo>
                    <a:lnTo>
                      <a:pt x="91" y="4215"/>
                    </a:lnTo>
                    <a:lnTo>
                      <a:pt x="91" y="4035"/>
                    </a:lnTo>
                    <a:close/>
                    <a:moveTo>
                      <a:pt x="0" y="4306"/>
                    </a:moveTo>
                    <a:lnTo>
                      <a:pt x="0" y="4485"/>
                    </a:lnTo>
                    <a:lnTo>
                      <a:pt x="91" y="4485"/>
                    </a:lnTo>
                    <a:lnTo>
                      <a:pt x="91" y="4306"/>
                    </a:lnTo>
                    <a:close/>
                    <a:moveTo>
                      <a:pt x="0" y="4573"/>
                    </a:moveTo>
                    <a:lnTo>
                      <a:pt x="0" y="4752"/>
                    </a:lnTo>
                    <a:lnTo>
                      <a:pt x="91" y="4752"/>
                    </a:lnTo>
                    <a:lnTo>
                      <a:pt x="91" y="4573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8" name="Google Shape;938;p28"/>
              <p:cNvSpPr/>
              <p:nvPr/>
            </p:nvSpPr>
            <p:spPr>
              <a:xfrm>
                <a:off x="4246413" y="3011004"/>
                <a:ext cx="361746" cy="6996"/>
              </a:xfrm>
              <a:custGeom>
                <a:avLst/>
                <a:gdLst/>
                <a:ahLst/>
                <a:cxnLst/>
                <a:rect l="l" t="t" r="r" b="b"/>
                <a:pathLst>
                  <a:path w="4757" h="92" extrusionOk="0">
                    <a:moveTo>
                      <a:pt x="0" y="1"/>
                    </a:moveTo>
                    <a:lnTo>
                      <a:pt x="0" y="92"/>
                    </a:lnTo>
                    <a:lnTo>
                      <a:pt x="180" y="92"/>
                    </a:lnTo>
                    <a:lnTo>
                      <a:pt x="180" y="1"/>
                    </a:lnTo>
                    <a:close/>
                    <a:moveTo>
                      <a:pt x="271" y="1"/>
                    </a:moveTo>
                    <a:lnTo>
                      <a:pt x="271" y="92"/>
                    </a:lnTo>
                    <a:lnTo>
                      <a:pt x="453" y="92"/>
                    </a:lnTo>
                    <a:lnTo>
                      <a:pt x="453" y="1"/>
                    </a:lnTo>
                    <a:close/>
                    <a:moveTo>
                      <a:pt x="538" y="1"/>
                    </a:moveTo>
                    <a:lnTo>
                      <a:pt x="538" y="92"/>
                    </a:lnTo>
                    <a:lnTo>
                      <a:pt x="721" y="92"/>
                    </a:lnTo>
                    <a:lnTo>
                      <a:pt x="721" y="1"/>
                    </a:lnTo>
                    <a:close/>
                    <a:moveTo>
                      <a:pt x="897" y="1"/>
                    </a:moveTo>
                    <a:lnTo>
                      <a:pt x="897" y="92"/>
                    </a:lnTo>
                    <a:lnTo>
                      <a:pt x="1076" y="92"/>
                    </a:lnTo>
                    <a:lnTo>
                      <a:pt x="1076" y="1"/>
                    </a:lnTo>
                    <a:close/>
                    <a:moveTo>
                      <a:pt x="1167" y="1"/>
                    </a:moveTo>
                    <a:lnTo>
                      <a:pt x="1167" y="92"/>
                    </a:lnTo>
                    <a:lnTo>
                      <a:pt x="1350" y="92"/>
                    </a:lnTo>
                    <a:lnTo>
                      <a:pt x="1350" y="1"/>
                    </a:lnTo>
                    <a:close/>
                    <a:moveTo>
                      <a:pt x="1435" y="1"/>
                    </a:moveTo>
                    <a:lnTo>
                      <a:pt x="1435" y="92"/>
                    </a:lnTo>
                    <a:lnTo>
                      <a:pt x="1617" y="92"/>
                    </a:lnTo>
                    <a:lnTo>
                      <a:pt x="1617" y="1"/>
                    </a:lnTo>
                    <a:close/>
                    <a:moveTo>
                      <a:pt x="1705" y="1"/>
                    </a:moveTo>
                    <a:lnTo>
                      <a:pt x="1705" y="92"/>
                    </a:lnTo>
                    <a:lnTo>
                      <a:pt x="1888" y="92"/>
                    </a:lnTo>
                    <a:lnTo>
                      <a:pt x="1888" y="1"/>
                    </a:lnTo>
                    <a:close/>
                    <a:moveTo>
                      <a:pt x="1972" y="1"/>
                    </a:moveTo>
                    <a:lnTo>
                      <a:pt x="1972" y="92"/>
                    </a:lnTo>
                    <a:lnTo>
                      <a:pt x="2155" y="92"/>
                    </a:lnTo>
                    <a:lnTo>
                      <a:pt x="2155" y="1"/>
                    </a:lnTo>
                    <a:close/>
                    <a:moveTo>
                      <a:pt x="2334" y="1"/>
                    </a:moveTo>
                    <a:lnTo>
                      <a:pt x="2334" y="92"/>
                    </a:lnTo>
                    <a:lnTo>
                      <a:pt x="2517" y="92"/>
                    </a:lnTo>
                    <a:lnTo>
                      <a:pt x="2517" y="1"/>
                    </a:lnTo>
                    <a:close/>
                    <a:moveTo>
                      <a:pt x="2602" y="1"/>
                    </a:moveTo>
                    <a:lnTo>
                      <a:pt x="2602" y="92"/>
                    </a:lnTo>
                    <a:lnTo>
                      <a:pt x="2784" y="92"/>
                    </a:lnTo>
                    <a:lnTo>
                      <a:pt x="2784" y="1"/>
                    </a:lnTo>
                    <a:close/>
                    <a:moveTo>
                      <a:pt x="2869" y="1"/>
                    </a:moveTo>
                    <a:lnTo>
                      <a:pt x="2869" y="92"/>
                    </a:lnTo>
                    <a:lnTo>
                      <a:pt x="3051" y="92"/>
                    </a:lnTo>
                    <a:lnTo>
                      <a:pt x="3051" y="1"/>
                    </a:lnTo>
                    <a:close/>
                    <a:moveTo>
                      <a:pt x="3139" y="1"/>
                    </a:moveTo>
                    <a:lnTo>
                      <a:pt x="3139" y="92"/>
                    </a:lnTo>
                    <a:lnTo>
                      <a:pt x="3322" y="92"/>
                    </a:lnTo>
                    <a:lnTo>
                      <a:pt x="3322" y="1"/>
                    </a:lnTo>
                    <a:close/>
                    <a:moveTo>
                      <a:pt x="3407" y="1"/>
                    </a:moveTo>
                    <a:lnTo>
                      <a:pt x="3407" y="92"/>
                    </a:lnTo>
                    <a:lnTo>
                      <a:pt x="3589" y="92"/>
                    </a:lnTo>
                    <a:lnTo>
                      <a:pt x="3589" y="1"/>
                    </a:lnTo>
                    <a:close/>
                    <a:moveTo>
                      <a:pt x="3768" y="1"/>
                    </a:moveTo>
                    <a:lnTo>
                      <a:pt x="3768" y="92"/>
                    </a:lnTo>
                    <a:lnTo>
                      <a:pt x="3951" y="92"/>
                    </a:lnTo>
                    <a:lnTo>
                      <a:pt x="3951" y="1"/>
                    </a:lnTo>
                    <a:close/>
                    <a:moveTo>
                      <a:pt x="4036" y="1"/>
                    </a:moveTo>
                    <a:lnTo>
                      <a:pt x="4036" y="92"/>
                    </a:lnTo>
                    <a:lnTo>
                      <a:pt x="4218" y="92"/>
                    </a:lnTo>
                    <a:lnTo>
                      <a:pt x="4218" y="1"/>
                    </a:lnTo>
                    <a:close/>
                    <a:moveTo>
                      <a:pt x="4306" y="1"/>
                    </a:moveTo>
                    <a:lnTo>
                      <a:pt x="4306" y="92"/>
                    </a:lnTo>
                    <a:lnTo>
                      <a:pt x="4486" y="92"/>
                    </a:lnTo>
                    <a:lnTo>
                      <a:pt x="4486" y="1"/>
                    </a:lnTo>
                    <a:close/>
                    <a:moveTo>
                      <a:pt x="4577" y="1"/>
                    </a:moveTo>
                    <a:lnTo>
                      <a:pt x="4577" y="92"/>
                    </a:lnTo>
                    <a:lnTo>
                      <a:pt x="4756" y="92"/>
                    </a:lnTo>
                    <a:lnTo>
                      <a:pt x="4756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9" name="Google Shape;939;p28"/>
              <p:cNvSpPr/>
              <p:nvPr/>
            </p:nvSpPr>
            <p:spPr>
              <a:xfrm>
                <a:off x="4621700" y="3031612"/>
                <a:ext cx="6768" cy="361442"/>
              </a:xfrm>
              <a:custGeom>
                <a:avLst/>
                <a:gdLst/>
                <a:ahLst/>
                <a:cxnLst/>
                <a:rect l="l" t="t" r="r" b="b"/>
                <a:pathLst>
                  <a:path w="89" h="4753" extrusionOk="0">
                    <a:moveTo>
                      <a:pt x="0" y="0"/>
                    </a:moveTo>
                    <a:lnTo>
                      <a:pt x="0" y="182"/>
                    </a:lnTo>
                    <a:lnTo>
                      <a:pt x="88" y="182"/>
                    </a:lnTo>
                    <a:lnTo>
                      <a:pt x="88" y="0"/>
                    </a:lnTo>
                    <a:close/>
                    <a:moveTo>
                      <a:pt x="0" y="267"/>
                    </a:moveTo>
                    <a:lnTo>
                      <a:pt x="0" y="450"/>
                    </a:lnTo>
                    <a:lnTo>
                      <a:pt x="88" y="450"/>
                    </a:lnTo>
                    <a:lnTo>
                      <a:pt x="88" y="267"/>
                    </a:lnTo>
                    <a:close/>
                    <a:moveTo>
                      <a:pt x="0" y="538"/>
                    </a:moveTo>
                    <a:lnTo>
                      <a:pt x="0" y="720"/>
                    </a:lnTo>
                    <a:lnTo>
                      <a:pt x="88" y="720"/>
                    </a:lnTo>
                    <a:lnTo>
                      <a:pt x="88" y="538"/>
                    </a:lnTo>
                    <a:close/>
                    <a:moveTo>
                      <a:pt x="0" y="805"/>
                    </a:moveTo>
                    <a:lnTo>
                      <a:pt x="0" y="988"/>
                    </a:lnTo>
                    <a:lnTo>
                      <a:pt x="88" y="988"/>
                    </a:lnTo>
                    <a:lnTo>
                      <a:pt x="88" y="805"/>
                    </a:lnTo>
                    <a:close/>
                    <a:moveTo>
                      <a:pt x="0" y="1164"/>
                    </a:moveTo>
                    <a:lnTo>
                      <a:pt x="0" y="1346"/>
                    </a:lnTo>
                    <a:lnTo>
                      <a:pt x="88" y="1346"/>
                    </a:lnTo>
                    <a:lnTo>
                      <a:pt x="88" y="1164"/>
                    </a:lnTo>
                    <a:close/>
                    <a:moveTo>
                      <a:pt x="0" y="1434"/>
                    </a:moveTo>
                    <a:lnTo>
                      <a:pt x="0" y="1617"/>
                    </a:lnTo>
                    <a:lnTo>
                      <a:pt x="88" y="1617"/>
                    </a:lnTo>
                    <a:lnTo>
                      <a:pt x="88" y="1434"/>
                    </a:lnTo>
                    <a:close/>
                    <a:moveTo>
                      <a:pt x="0" y="1702"/>
                    </a:moveTo>
                    <a:lnTo>
                      <a:pt x="0" y="1884"/>
                    </a:lnTo>
                    <a:lnTo>
                      <a:pt x="88" y="1884"/>
                    </a:lnTo>
                    <a:lnTo>
                      <a:pt x="88" y="1702"/>
                    </a:lnTo>
                    <a:close/>
                    <a:moveTo>
                      <a:pt x="0" y="1975"/>
                    </a:moveTo>
                    <a:lnTo>
                      <a:pt x="0" y="2154"/>
                    </a:lnTo>
                    <a:lnTo>
                      <a:pt x="88" y="2154"/>
                    </a:lnTo>
                    <a:lnTo>
                      <a:pt x="88" y="1975"/>
                    </a:lnTo>
                    <a:close/>
                    <a:moveTo>
                      <a:pt x="0" y="2243"/>
                    </a:moveTo>
                    <a:lnTo>
                      <a:pt x="0" y="2422"/>
                    </a:lnTo>
                    <a:lnTo>
                      <a:pt x="88" y="2422"/>
                    </a:lnTo>
                    <a:lnTo>
                      <a:pt x="88" y="2243"/>
                    </a:lnTo>
                    <a:close/>
                    <a:moveTo>
                      <a:pt x="0" y="2598"/>
                    </a:moveTo>
                    <a:lnTo>
                      <a:pt x="0" y="2780"/>
                    </a:lnTo>
                    <a:lnTo>
                      <a:pt x="88" y="2780"/>
                    </a:lnTo>
                    <a:lnTo>
                      <a:pt x="88" y="2598"/>
                    </a:lnTo>
                    <a:close/>
                    <a:moveTo>
                      <a:pt x="0" y="2872"/>
                    </a:moveTo>
                    <a:lnTo>
                      <a:pt x="0" y="3051"/>
                    </a:lnTo>
                    <a:lnTo>
                      <a:pt x="88" y="3051"/>
                    </a:lnTo>
                    <a:lnTo>
                      <a:pt x="88" y="2872"/>
                    </a:lnTo>
                    <a:close/>
                    <a:moveTo>
                      <a:pt x="0" y="3139"/>
                    </a:moveTo>
                    <a:lnTo>
                      <a:pt x="0" y="3318"/>
                    </a:lnTo>
                    <a:lnTo>
                      <a:pt x="88" y="3318"/>
                    </a:lnTo>
                    <a:lnTo>
                      <a:pt x="88" y="3139"/>
                    </a:lnTo>
                    <a:close/>
                    <a:moveTo>
                      <a:pt x="0" y="3409"/>
                    </a:moveTo>
                    <a:lnTo>
                      <a:pt x="0" y="3589"/>
                    </a:lnTo>
                    <a:lnTo>
                      <a:pt x="88" y="3589"/>
                    </a:lnTo>
                    <a:lnTo>
                      <a:pt x="88" y="3409"/>
                    </a:lnTo>
                    <a:close/>
                    <a:moveTo>
                      <a:pt x="0" y="3677"/>
                    </a:moveTo>
                    <a:lnTo>
                      <a:pt x="0" y="3856"/>
                    </a:lnTo>
                    <a:lnTo>
                      <a:pt x="88" y="3856"/>
                    </a:lnTo>
                    <a:lnTo>
                      <a:pt x="88" y="3677"/>
                    </a:lnTo>
                    <a:close/>
                    <a:moveTo>
                      <a:pt x="0" y="4035"/>
                    </a:moveTo>
                    <a:lnTo>
                      <a:pt x="0" y="4215"/>
                    </a:lnTo>
                    <a:lnTo>
                      <a:pt x="88" y="4215"/>
                    </a:lnTo>
                    <a:lnTo>
                      <a:pt x="88" y="4035"/>
                    </a:lnTo>
                    <a:close/>
                    <a:moveTo>
                      <a:pt x="0" y="4306"/>
                    </a:moveTo>
                    <a:lnTo>
                      <a:pt x="0" y="4485"/>
                    </a:lnTo>
                    <a:lnTo>
                      <a:pt x="88" y="4485"/>
                    </a:lnTo>
                    <a:lnTo>
                      <a:pt x="88" y="4306"/>
                    </a:lnTo>
                    <a:close/>
                    <a:moveTo>
                      <a:pt x="0" y="4573"/>
                    </a:moveTo>
                    <a:lnTo>
                      <a:pt x="0" y="4752"/>
                    </a:lnTo>
                    <a:lnTo>
                      <a:pt x="88" y="4752"/>
                    </a:lnTo>
                    <a:lnTo>
                      <a:pt x="88" y="4573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940" name="Google Shape;940;p28"/>
              <p:cNvGrpSpPr/>
              <p:nvPr/>
            </p:nvGrpSpPr>
            <p:grpSpPr>
              <a:xfrm>
                <a:off x="4205728" y="2990700"/>
                <a:ext cx="443271" cy="443725"/>
                <a:chOff x="4205728" y="2990700"/>
                <a:chExt cx="443271" cy="443725"/>
              </a:xfrm>
            </p:grpSpPr>
            <p:sp>
              <p:nvSpPr>
                <p:cNvPr id="941" name="Google Shape;941;p28"/>
                <p:cNvSpPr/>
                <p:nvPr/>
              </p:nvSpPr>
              <p:spPr>
                <a:xfrm>
                  <a:off x="4205728" y="3386516"/>
                  <a:ext cx="47908" cy="479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0" h="630" extrusionOk="0">
                      <a:moveTo>
                        <a:pt x="1" y="1"/>
                      </a:moveTo>
                      <a:lnTo>
                        <a:pt x="1" y="630"/>
                      </a:lnTo>
                      <a:lnTo>
                        <a:pt x="630" y="630"/>
                      </a:lnTo>
                      <a:lnTo>
                        <a:pt x="630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42" name="Google Shape;942;p28"/>
                <p:cNvSpPr/>
                <p:nvPr/>
              </p:nvSpPr>
              <p:spPr>
                <a:xfrm>
                  <a:off x="4205728" y="3188494"/>
                  <a:ext cx="47908" cy="479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0" h="630" extrusionOk="0">
                      <a:moveTo>
                        <a:pt x="1" y="0"/>
                      </a:moveTo>
                      <a:lnTo>
                        <a:pt x="1" y="629"/>
                      </a:lnTo>
                      <a:lnTo>
                        <a:pt x="630" y="629"/>
                      </a:lnTo>
                      <a:lnTo>
                        <a:pt x="630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43" name="Google Shape;943;p28"/>
                <p:cNvSpPr/>
                <p:nvPr/>
              </p:nvSpPr>
              <p:spPr>
                <a:xfrm>
                  <a:off x="4205728" y="2990700"/>
                  <a:ext cx="47908" cy="479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0" h="630" extrusionOk="0">
                      <a:moveTo>
                        <a:pt x="1" y="0"/>
                      </a:moveTo>
                      <a:lnTo>
                        <a:pt x="1" y="629"/>
                      </a:lnTo>
                      <a:lnTo>
                        <a:pt x="630" y="629"/>
                      </a:lnTo>
                      <a:lnTo>
                        <a:pt x="630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44" name="Google Shape;944;p28"/>
                <p:cNvSpPr/>
                <p:nvPr/>
              </p:nvSpPr>
              <p:spPr>
                <a:xfrm>
                  <a:off x="4601091" y="3386516"/>
                  <a:ext cx="47908" cy="479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0" h="630" extrusionOk="0">
                      <a:moveTo>
                        <a:pt x="1" y="1"/>
                      </a:moveTo>
                      <a:lnTo>
                        <a:pt x="1" y="630"/>
                      </a:lnTo>
                      <a:lnTo>
                        <a:pt x="630" y="630"/>
                      </a:lnTo>
                      <a:lnTo>
                        <a:pt x="630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45" name="Google Shape;945;p28"/>
                <p:cNvSpPr/>
                <p:nvPr/>
              </p:nvSpPr>
              <p:spPr>
                <a:xfrm>
                  <a:off x="4601091" y="3188494"/>
                  <a:ext cx="47908" cy="479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0" h="630" extrusionOk="0">
                      <a:moveTo>
                        <a:pt x="1" y="0"/>
                      </a:moveTo>
                      <a:lnTo>
                        <a:pt x="1" y="629"/>
                      </a:lnTo>
                      <a:lnTo>
                        <a:pt x="630" y="629"/>
                      </a:lnTo>
                      <a:lnTo>
                        <a:pt x="630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46" name="Google Shape;946;p28"/>
                <p:cNvSpPr/>
                <p:nvPr/>
              </p:nvSpPr>
              <p:spPr>
                <a:xfrm>
                  <a:off x="4601091" y="2990700"/>
                  <a:ext cx="47908" cy="479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0" h="630" extrusionOk="0">
                      <a:moveTo>
                        <a:pt x="1" y="0"/>
                      </a:moveTo>
                      <a:lnTo>
                        <a:pt x="1" y="629"/>
                      </a:lnTo>
                      <a:lnTo>
                        <a:pt x="630" y="629"/>
                      </a:lnTo>
                      <a:lnTo>
                        <a:pt x="630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47" name="Google Shape;947;p28"/>
                <p:cNvSpPr/>
                <p:nvPr/>
              </p:nvSpPr>
              <p:spPr>
                <a:xfrm>
                  <a:off x="4403296" y="2990700"/>
                  <a:ext cx="47908" cy="479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0" h="630" extrusionOk="0">
                      <a:moveTo>
                        <a:pt x="1" y="0"/>
                      </a:moveTo>
                      <a:lnTo>
                        <a:pt x="1" y="629"/>
                      </a:lnTo>
                      <a:lnTo>
                        <a:pt x="630" y="629"/>
                      </a:lnTo>
                      <a:lnTo>
                        <a:pt x="630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48" name="Google Shape;948;p28"/>
                <p:cNvSpPr/>
                <p:nvPr/>
              </p:nvSpPr>
              <p:spPr>
                <a:xfrm>
                  <a:off x="4403296" y="3386516"/>
                  <a:ext cx="47908" cy="479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0" h="630" extrusionOk="0">
                      <a:moveTo>
                        <a:pt x="1" y="1"/>
                      </a:moveTo>
                      <a:lnTo>
                        <a:pt x="1" y="630"/>
                      </a:lnTo>
                      <a:lnTo>
                        <a:pt x="630" y="630"/>
                      </a:lnTo>
                      <a:lnTo>
                        <a:pt x="630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949" name="Google Shape;949;p28"/>
              <p:cNvSpPr/>
              <p:nvPr/>
            </p:nvSpPr>
            <p:spPr>
              <a:xfrm>
                <a:off x="4205500" y="3379368"/>
                <a:ext cx="54600" cy="54828"/>
              </a:xfrm>
              <a:custGeom>
                <a:avLst/>
                <a:gdLst/>
                <a:ahLst/>
                <a:cxnLst/>
                <a:rect l="l" t="t" r="r" b="b"/>
                <a:pathLst>
                  <a:path w="718" h="721" extrusionOk="0">
                    <a:moveTo>
                      <a:pt x="633" y="91"/>
                    </a:moveTo>
                    <a:lnTo>
                      <a:pt x="633" y="629"/>
                    </a:lnTo>
                    <a:lnTo>
                      <a:pt x="89" y="629"/>
                    </a:lnTo>
                    <a:lnTo>
                      <a:pt x="95" y="91"/>
                    </a:lnTo>
                    <a:close/>
                    <a:moveTo>
                      <a:pt x="1" y="0"/>
                    </a:moveTo>
                    <a:lnTo>
                      <a:pt x="1" y="720"/>
                    </a:lnTo>
                    <a:lnTo>
                      <a:pt x="718" y="720"/>
                    </a:lnTo>
                    <a:lnTo>
                      <a:pt x="71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0" name="Google Shape;950;p28"/>
              <p:cNvSpPr/>
              <p:nvPr/>
            </p:nvSpPr>
            <p:spPr>
              <a:xfrm>
                <a:off x="4205500" y="3181802"/>
                <a:ext cx="54600" cy="54600"/>
              </a:xfrm>
              <a:custGeom>
                <a:avLst/>
                <a:gdLst/>
                <a:ahLst/>
                <a:cxnLst/>
                <a:rect l="l" t="t" r="r" b="b"/>
                <a:pathLst>
                  <a:path w="718" h="718" extrusionOk="0">
                    <a:moveTo>
                      <a:pt x="633" y="88"/>
                    </a:moveTo>
                    <a:lnTo>
                      <a:pt x="633" y="629"/>
                    </a:lnTo>
                    <a:lnTo>
                      <a:pt x="89" y="629"/>
                    </a:lnTo>
                    <a:lnTo>
                      <a:pt x="95" y="88"/>
                    </a:lnTo>
                    <a:close/>
                    <a:moveTo>
                      <a:pt x="1" y="0"/>
                    </a:moveTo>
                    <a:lnTo>
                      <a:pt x="1" y="717"/>
                    </a:lnTo>
                    <a:lnTo>
                      <a:pt x="718" y="717"/>
                    </a:lnTo>
                    <a:lnTo>
                      <a:pt x="71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1" name="Google Shape;951;p28"/>
              <p:cNvSpPr/>
              <p:nvPr/>
            </p:nvSpPr>
            <p:spPr>
              <a:xfrm>
                <a:off x="4205500" y="2990700"/>
                <a:ext cx="54600" cy="54828"/>
              </a:xfrm>
              <a:custGeom>
                <a:avLst/>
                <a:gdLst/>
                <a:ahLst/>
                <a:cxnLst/>
                <a:rect l="l" t="t" r="r" b="b"/>
                <a:pathLst>
                  <a:path w="718" h="721" extrusionOk="0">
                    <a:moveTo>
                      <a:pt x="633" y="91"/>
                    </a:moveTo>
                    <a:lnTo>
                      <a:pt x="633" y="629"/>
                    </a:lnTo>
                    <a:lnTo>
                      <a:pt x="89" y="629"/>
                    </a:lnTo>
                    <a:lnTo>
                      <a:pt x="95" y="91"/>
                    </a:lnTo>
                    <a:close/>
                    <a:moveTo>
                      <a:pt x="1" y="0"/>
                    </a:moveTo>
                    <a:lnTo>
                      <a:pt x="1" y="720"/>
                    </a:lnTo>
                    <a:lnTo>
                      <a:pt x="718" y="720"/>
                    </a:lnTo>
                    <a:lnTo>
                      <a:pt x="71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2" name="Google Shape;952;p28"/>
              <p:cNvSpPr/>
              <p:nvPr/>
            </p:nvSpPr>
            <p:spPr>
              <a:xfrm>
                <a:off x="4594399" y="3379368"/>
                <a:ext cx="54600" cy="54828"/>
              </a:xfrm>
              <a:custGeom>
                <a:avLst/>
                <a:gdLst/>
                <a:ahLst/>
                <a:cxnLst/>
                <a:rect l="l" t="t" r="r" b="b"/>
                <a:pathLst>
                  <a:path w="718" h="721" extrusionOk="0">
                    <a:moveTo>
                      <a:pt x="630" y="91"/>
                    </a:moveTo>
                    <a:lnTo>
                      <a:pt x="630" y="629"/>
                    </a:lnTo>
                    <a:lnTo>
                      <a:pt x="89" y="629"/>
                    </a:lnTo>
                    <a:lnTo>
                      <a:pt x="89" y="91"/>
                    </a:lnTo>
                    <a:close/>
                    <a:moveTo>
                      <a:pt x="1" y="0"/>
                    </a:moveTo>
                    <a:lnTo>
                      <a:pt x="1" y="720"/>
                    </a:lnTo>
                    <a:lnTo>
                      <a:pt x="718" y="720"/>
                    </a:lnTo>
                    <a:lnTo>
                      <a:pt x="71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3" name="Google Shape;953;p28"/>
              <p:cNvSpPr/>
              <p:nvPr/>
            </p:nvSpPr>
            <p:spPr>
              <a:xfrm>
                <a:off x="4594399" y="3181802"/>
                <a:ext cx="54600" cy="54600"/>
              </a:xfrm>
              <a:custGeom>
                <a:avLst/>
                <a:gdLst/>
                <a:ahLst/>
                <a:cxnLst/>
                <a:rect l="l" t="t" r="r" b="b"/>
                <a:pathLst>
                  <a:path w="718" h="718" extrusionOk="0">
                    <a:moveTo>
                      <a:pt x="630" y="88"/>
                    </a:moveTo>
                    <a:lnTo>
                      <a:pt x="630" y="629"/>
                    </a:lnTo>
                    <a:lnTo>
                      <a:pt x="89" y="629"/>
                    </a:lnTo>
                    <a:lnTo>
                      <a:pt x="89" y="88"/>
                    </a:lnTo>
                    <a:close/>
                    <a:moveTo>
                      <a:pt x="1" y="0"/>
                    </a:moveTo>
                    <a:lnTo>
                      <a:pt x="1" y="717"/>
                    </a:lnTo>
                    <a:lnTo>
                      <a:pt x="718" y="717"/>
                    </a:lnTo>
                    <a:lnTo>
                      <a:pt x="71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4" name="Google Shape;954;p28"/>
              <p:cNvSpPr/>
              <p:nvPr/>
            </p:nvSpPr>
            <p:spPr>
              <a:xfrm>
                <a:off x="4594399" y="2990700"/>
                <a:ext cx="54600" cy="54828"/>
              </a:xfrm>
              <a:custGeom>
                <a:avLst/>
                <a:gdLst/>
                <a:ahLst/>
                <a:cxnLst/>
                <a:rect l="l" t="t" r="r" b="b"/>
                <a:pathLst>
                  <a:path w="718" h="721" extrusionOk="0">
                    <a:moveTo>
                      <a:pt x="630" y="91"/>
                    </a:moveTo>
                    <a:lnTo>
                      <a:pt x="630" y="629"/>
                    </a:lnTo>
                    <a:lnTo>
                      <a:pt x="89" y="629"/>
                    </a:lnTo>
                    <a:lnTo>
                      <a:pt x="89" y="91"/>
                    </a:lnTo>
                    <a:close/>
                    <a:moveTo>
                      <a:pt x="1" y="0"/>
                    </a:moveTo>
                    <a:lnTo>
                      <a:pt x="1" y="720"/>
                    </a:lnTo>
                    <a:lnTo>
                      <a:pt x="718" y="720"/>
                    </a:lnTo>
                    <a:lnTo>
                      <a:pt x="71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5" name="Google Shape;955;p28"/>
              <p:cNvSpPr/>
              <p:nvPr/>
            </p:nvSpPr>
            <p:spPr>
              <a:xfrm>
                <a:off x="4403296" y="2990700"/>
                <a:ext cx="54828" cy="54828"/>
              </a:xfrm>
              <a:custGeom>
                <a:avLst/>
                <a:gdLst/>
                <a:ahLst/>
                <a:cxnLst/>
                <a:rect l="l" t="t" r="r" b="b"/>
                <a:pathLst>
                  <a:path w="721" h="721" extrusionOk="0">
                    <a:moveTo>
                      <a:pt x="630" y="91"/>
                    </a:moveTo>
                    <a:lnTo>
                      <a:pt x="630" y="629"/>
                    </a:lnTo>
                    <a:lnTo>
                      <a:pt x="92" y="629"/>
                    </a:lnTo>
                    <a:lnTo>
                      <a:pt x="92" y="91"/>
                    </a:lnTo>
                    <a:close/>
                    <a:moveTo>
                      <a:pt x="1" y="0"/>
                    </a:moveTo>
                    <a:lnTo>
                      <a:pt x="1" y="720"/>
                    </a:lnTo>
                    <a:lnTo>
                      <a:pt x="721" y="720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6" name="Google Shape;956;p28"/>
              <p:cNvSpPr/>
              <p:nvPr/>
            </p:nvSpPr>
            <p:spPr>
              <a:xfrm>
                <a:off x="4403296" y="3379368"/>
                <a:ext cx="54828" cy="54828"/>
              </a:xfrm>
              <a:custGeom>
                <a:avLst/>
                <a:gdLst/>
                <a:ahLst/>
                <a:cxnLst/>
                <a:rect l="l" t="t" r="r" b="b"/>
                <a:pathLst>
                  <a:path w="721" h="721" extrusionOk="0">
                    <a:moveTo>
                      <a:pt x="630" y="91"/>
                    </a:moveTo>
                    <a:lnTo>
                      <a:pt x="630" y="629"/>
                    </a:lnTo>
                    <a:lnTo>
                      <a:pt x="92" y="629"/>
                    </a:lnTo>
                    <a:lnTo>
                      <a:pt x="92" y="91"/>
                    </a:lnTo>
                    <a:close/>
                    <a:moveTo>
                      <a:pt x="1" y="0"/>
                    </a:moveTo>
                    <a:lnTo>
                      <a:pt x="1" y="720"/>
                    </a:lnTo>
                    <a:lnTo>
                      <a:pt x="721" y="720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57" name="Google Shape;957;p28"/>
            <p:cNvGrpSpPr/>
            <p:nvPr/>
          </p:nvGrpSpPr>
          <p:grpSpPr>
            <a:xfrm>
              <a:off x="362493" y="1344169"/>
              <a:ext cx="3701910" cy="3916506"/>
              <a:chOff x="380572" y="1553077"/>
              <a:chExt cx="3258437" cy="3447325"/>
            </a:xfrm>
          </p:grpSpPr>
          <p:sp>
            <p:nvSpPr>
              <p:cNvPr id="958" name="Google Shape;958;p28"/>
              <p:cNvSpPr/>
              <p:nvPr/>
            </p:nvSpPr>
            <p:spPr>
              <a:xfrm>
                <a:off x="748636" y="3803107"/>
                <a:ext cx="367622" cy="367444"/>
              </a:xfrm>
              <a:custGeom>
                <a:avLst/>
                <a:gdLst/>
                <a:ahLst/>
                <a:cxnLst/>
                <a:rect l="l" t="t" r="r" b="b"/>
                <a:pathLst>
                  <a:path w="4130" h="4128" extrusionOk="0">
                    <a:moveTo>
                      <a:pt x="2063" y="38"/>
                    </a:moveTo>
                    <a:cubicBezTo>
                      <a:pt x="3180" y="45"/>
                      <a:pt x="4086" y="947"/>
                      <a:pt x="4086" y="2061"/>
                    </a:cubicBezTo>
                    <a:cubicBezTo>
                      <a:pt x="4086" y="3177"/>
                      <a:pt x="3180" y="4080"/>
                      <a:pt x="2063" y="4080"/>
                    </a:cubicBezTo>
                    <a:cubicBezTo>
                      <a:pt x="947" y="4080"/>
                      <a:pt x="44" y="3177"/>
                      <a:pt x="44" y="2061"/>
                    </a:cubicBezTo>
                    <a:cubicBezTo>
                      <a:pt x="44" y="944"/>
                      <a:pt x="947" y="38"/>
                      <a:pt x="2063" y="38"/>
                    </a:cubicBezTo>
                    <a:close/>
                    <a:moveTo>
                      <a:pt x="2063" y="1"/>
                    </a:moveTo>
                    <a:cubicBezTo>
                      <a:pt x="925" y="1"/>
                      <a:pt x="0" y="925"/>
                      <a:pt x="0" y="2064"/>
                    </a:cubicBezTo>
                    <a:cubicBezTo>
                      <a:pt x="0" y="3206"/>
                      <a:pt x="925" y="4127"/>
                      <a:pt x="2063" y="4127"/>
                    </a:cubicBezTo>
                    <a:cubicBezTo>
                      <a:pt x="3205" y="4124"/>
                      <a:pt x="4124" y="3206"/>
                      <a:pt x="4130" y="2064"/>
                    </a:cubicBezTo>
                    <a:cubicBezTo>
                      <a:pt x="4130" y="925"/>
                      <a:pt x="3205" y="1"/>
                      <a:pt x="2063" y="1"/>
                    </a:cubicBezTo>
                    <a:close/>
                  </a:path>
                </a:pathLst>
              </a:custGeom>
              <a:solidFill>
                <a:srgbClr val="EBEBE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9" name="Google Shape;959;p28"/>
              <p:cNvSpPr/>
              <p:nvPr/>
            </p:nvSpPr>
            <p:spPr>
              <a:xfrm>
                <a:off x="836490" y="3893721"/>
                <a:ext cx="191021" cy="185858"/>
              </a:xfrm>
              <a:custGeom>
                <a:avLst/>
                <a:gdLst/>
                <a:ahLst/>
                <a:cxnLst/>
                <a:rect l="l" t="t" r="r" b="b"/>
                <a:pathLst>
                  <a:path w="2146" h="2088" extrusionOk="0">
                    <a:moveTo>
                      <a:pt x="1061" y="43"/>
                    </a:moveTo>
                    <a:cubicBezTo>
                      <a:pt x="1611" y="43"/>
                      <a:pt x="2061" y="492"/>
                      <a:pt x="2064" y="1043"/>
                    </a:cubicBezTo>
                    <a:cubicBezTo>
                      <a:pt x="2061" y="1594"/>
                      <a:pt x="1611" y="2043"/>
                      <a:pt x="1060" y="2043"/>
                    </a:cubicBezTo>
                    <a:cubicBezTo>
                      <a:pt x="1023" y="2043"/>
                      <a:pt x="985" y="2041"/>
                      <a:pt x="947" y="2037"/>
                    </a:cubicBezTo>
                    <a:cubicBezTo>
                      <a:pt x="488" y="1986"/>
                      <a:pt x="117" y="1612"/>
                      <a:pt x="67" y="1156"/>
                    </a:cubicBezTo>
                    <a:cubicBezTo>
                      <a:pt x="1" y="555"/>
                      <a:pt x="473" y="43"/>
                      <a:pt x="1061" y="43"/>
                    </a:cubicBezTo>
                    <a:close/>
                    <a:moveTo>
                      <a:pt x="1106" y="1"/>
                    </a:moveTo>
                    <a:cubicBezTo>
                      <a:pt x="1091" y="1"/>
                      <a:pt x="1076" y="1"/>
                      <a:pt x="1061" y="2"/>
                    </a:cubicBezTo>
                    <a:cubicBezTo>
                      <a:pt x="523" y="21"/>
                      <a:pt x="79" y="464"/>
                      <a:pt x="61" y="1002"/>
                    </a:cubicBezTo>
                    <a:cubicBezTo>
                      <a:pt x="39" y="1600"/>
                      <a:pt x="517" y="2087"/>
                      <a:pt x="1105" y="2087"/>
                    </a:cubicBezTo>
                    <a:cubicBezTo>
                      <a:pt x="1683" y="2087"/>
                      <a:pt x="2146" y="1622"/>
                      <a:pt x="2146" y="1043"/>
                    </a:cubicBezTo>
                    <a:cubicBezTo>
                      <a:pt x="2146" y="467"/>
                      <a:pt x="1683" y="1"/>
                      <a:pt x="1106" y="1"/>
                    </a:cubicBezTo>
                    <a:close/>
                  </a:path>
                </a:pathLst>
              </a:custGeom>
              <a:solidFill>
                <a:srgbClr val="EBEBE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0" name="Google Shape;960;p28"/>
              <p:cNvSpPr/>
              <p:nvPr/>
            </p:nvSpPr>
            <p:spPr>
              <a:xfrm>
                <a:off x="931999" y="3988429"/>
                <a:ext cx="8189" cy="543243"/>
              </a:xfrm>
              <a:custGeom>
                <a:avLst/>
                <a:gdLst/>
                <a:ahLst/>
                <a:cxnLst/>
                <a:rect l="l" t="t" r="r" b="b"/>
                <a:pathLst>
                  <a:path w="92" h="6103" extrusionOk="0">
                    <a:moveTo>
                      <a:pt x="0" y="1"/>
                    </a:moveTo>
                    <a:lnTo>
                      <a:pt x="0" y="6103"/>
                    </a:lnTo>
                    <a:lnTo>
                      <a:pt x="92" y="6103"/>
                    </a:lnTo>
                    <a:lnTo>
                      <a:pt x="92" y="1"/>
                    </a:lnTo>
                    <a:close/>
                  </a:path>
                </a:pathLst>
              </a:custGeom>
              <a:solidFill>
                <a:srgbClr val="EBEBE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1" name="Google Shape;961;p28"/>
              <p:cNvSpPr/>
              <p:nvPr/>
            </p:nvSpPr>
            <p:spPr>
              <a:xfrm>
                <a:off x="931999" y="3984512"/>
                <a:ext cx="520278" cy="172595"/>
              </a:xfrm>
              <a:custGeom>
                <a:avLst/>
                <a:gdLst/>
                <a:ahLst/>
                <a:cxnLst/>
                <a:rect l="l" t="t" r="r" b="b"/>
                <a:pathLst>
                  <a:path w="5845" h="1939" extrusionOk="0">
                    <a:moveTo>
                      <a:pt x="13" y="1"/>
                    </a:moveTo>
                    <a:lnTo>
                      <a:pt x="0" y="42"/>
                    </a:lnTo>
                    <a:lnTo>
                      <a:pt x="5832" y="1938"/>
                    </a:lnTo>
                    <a:lnTo>
                      <a:pt x="5844" y="1897"/>
                    </a:lnTo>
                    <a:lnTo>
                      <a:pt x="13" y="1"/>
                    </a:lnTo>
                    <a:close/>
                  </a:path>
                </a:pathLst>
              </a:custGeom>
              <a:solidFill>
                <a:srgbClr val="EBEBE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2" name="Google Shape;962;p28"/>
              <p:cNvSpPr/>
              <p:nvPr/>
            </p:nvSpPr>
            <p:spPr>
              <a:xfrm>
                <a:off x="930842" y="3543906"/>
                <a:ext cx="324273" cy="444083"/>
              </a:xfrm>
              <a:custGeom>
                <a:avLst/>
                <a:gdLst/>
                <a:ahLst/>
                <a:cxnLst/>
                <a:rect l="l" t="t" r="r" b="b"/>
                <a:pathLst>
                  <a:path w="3643" h="4989" extrusionOk="0">
                    <a:moveTo>
                      <a:pt x="3602" y="0"/>
                    </a:moveTo>
                    <a:lnTo>
                      <a:pt x="1" y="4960"/>
                    </a:lnTo>
                    <a:lnTo>
                      <a:pt x="38" y="4989"/>
                    </a:lnTo>
                    <a:lnTo>
                      <a:pt x="3643" y="25"/>
                    </a:lnTo>
                    <a:lnTo>
                      <a:pt x="3602" y="0"/>
                    </a:lnTo>
                    <a:close/>
                  </a:path>
                </a:pathLst>
              </a:custGeom>
              <a:solidFill>
                <a:srgbClr val="EBEBE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963" name="Google Shape;963;p28"/>
              <p:cNvGrpSpPr/>
              <p:nvPr/>
            </p:nvGrpSpPr>
            <p:grpSpPr>
              <a:xfrm>
                <a:off x="380572" y="3438798"/>
                <a:ext cx="1102737" cy="1095616"/>
                <a:chOff x="97725" y="2674683"/>
                <a:chExt cx="1485968" cy="1476372"/>
              </a:xfrm>
            </p:grpSpPr>
            <p:sp>
              <p:nvSpPr>
                <p:cNvPr id="964" name="Google Shape;964;p28"/>
                <p:cNvSpPr/>
                <p:nvPr/>
              </p:nvSpPr>
              <p:spPr>
                <a:xfrm>
                  <a:off x="97725" y="2674683"/>
                  <a:ext cx="1485968" cy="14763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89" h="12309" extrusionOk="0">
                      <a:moveTo>
                        <a:pt x="1631" y="2074"/>
                      </a:moveTo>
                      <a:cubicBezTo>
                        <a:pt x="602" y="3222"/>
                        <a:pt x="1" y="4760"/>
                        <a:pt x="78" y="6439"/>
                      </a:cubicBezTo>
                      <a:cubicBezTo>
                        <a:pt x="97" y="6843"/>
                        <a:pt x="155" y="7237"/>
                        <a:pt x="250" y="7618"/>
                      </a:cubicBezTo>
                      <a:lnTo>
                        <a:pt x="250" y="7618"/>
                      </a:lnTo>
                      <a:cubicBezTo>
                        <a:pt x="114" y="7060"/>
                        <a:pt x="53" y="6472"/>
                        <a:pt x="81" y="5867"/>
                      </a:cubicBezTo>
                      <a:cubicBezTo>
                        <a:pt x="147" y="4418"/>
                        <a:pt x="723" y="3096"/>
                        <a:pt x="1631" y="2074"/>
                      </a:cubicBezTo>
                      <a:close/>
                      <a:moveTo>
                        <a:pt x="6228" y="1"/>
                      </a:moveTo>
                      <a:cubicBezTo>
                        <a:pt x="6132" y="1"/>
                        <a:pt x="6037" y="3"/>
                        <a:pt x="5941" y="7"/>
                      </a:cubicBezTo>
                      <a:cubicBezTo>
                        <a:pt x="4234" y="85"/>
                        <a:pt x="2702" y="870"/>
                        <a:pt x="1631" y="2074"/>
                      </a:cubicBezTo>
                      <a:lnTo>
                        <a:pt x="1631" y="2074"/>
                      </a:lnTo>
                      <a:cubicBezTo>
                        <a:pt x="2750" y="827"/>
                        <a:pt x="4374" y="42"/>
                        <a:pt x="6183" y="42"/>
                      </a:cubicBezTo>
                      <a:cubicBezTo>
                        <a:pt x="9558" y="48"/>
                        <a:pt x="12291" y="2784"/>
                        <a:pt x="12294" y="6153"/>
                      </a:cubicBezTo>
                      <a:cubicBezTo>
                        <a:pt x="12294" y="9524"/>
                        <a:pt x="9557" y="12261"/>
                        <a:pt x="6180" y="12261"/>
                      </a:cubicBezTo>
                      <a:cubicBezTo>
                        <a:pt x="6085" y="12261"/>
                        <a:pt x="5990" y="12259"/>
                        <a:pt x="5893" y="12255"/>
                      </a:cubicBezTo>
                      <a:cubicBezTo>
                        <a:pt x="3168" y="12131"/>
                        <a:pt x="889" y="10186"/>
                        <a:pt x="250" y="7618"/>
                      </a:cubicBezTo>
                      <a:lnTo>
                        <a:pt x="250" y="7618"/>
                      </a:lnTo>
                      <a:cubicBezTo>
                        <a:pt x="907" y="10310"/>
                        <a:pt x="3335" y="12308"/>
                        <a:pt x="6230" y="12308"/>
                      </a:cubicBezTo>
                      <a:cubicBezTo>
                        <a:pt x="9627" y="12305"/>
                        <a:pt x="12379" y="9553"/>
                        <a:pt x="12388" y="6156"/>
                      </a:cubicBezTo>
                      <a:cubicBezTo>
                        <a:pt x="12388" y="2757"/>
                        <a:pt x="9626" y="1"/>
                        <a:pt x="6228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65" name="Google Shape;965;p28"/>
                <p:cNvSpPr/>
                <p:nvPr/>
              </p:nvSpPr>
              <p:spPr>
                <a:xfrm>
                  <a:off x="225461" y="2796543"/>
                  <a:ext cx="1231809" cy="12318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270" h="10270" extrusionOk="0">
                      <a:moveTo>
                        <a:pt x="5133" y="48"/>
                      </a:moveTo>
                      <a:cubicBezTo>
                        <a:pt x="7945" y="54"/>
                        <a:pt x="10222" y="2328"/>
                        <a:pt x="10222" y="5137"/>
                      </a:cubicBezTo>
                      <a:cubicBezTo>
                        <a:pt x="10222" y="7949"/>
                        <a:pt x="7945" y="10223"/>
                        <a:pt x="5133" y="10223"/>
                      </a:cubicBezTo>
                      <a:cubicBezTo>
                        <a:pt x="2325" y="10223"/>
                        <a:pt x="48" y="7949"/>
                        <a:pt x="48" y="5137"/>
                      </a:cubicBezTo>
                      <a:cubicBezTo>
                        <a:pt x="48" y="2325"/>
                        <a:pt x="2325" y="48"/>
                        <a:pt x="5133" y="48"/>
                      </a:cubicBezTo>
                      <a:close/>
                      <a:moveTo>
                        <a:pt x="5133" y="1"/>
                      </a:moveTo>
                      <a:cubicBezTo>
                        <a:pt x="2300" y="1"/>
                        <a:pt x="0" y="2303"/>
                        <a:pt x="0" y="5137"/>
                      </a:cubicBezTo>
                      <a:cubicBezTo>
                        <a:pt x="0" y="7971"/>
                        <a:pt x="2300" y="10270"/>
                        <a:pt x="5133" y="10270"/>
                      </a:cubicBezTo>
                      <a:cubicBezTo>
                        <a:pt x="7967" y="10267"/>
                        <a:pt x="10266" y="7971"/>
                        <a:pt x="10270" y="5137"/>
                      </a:cubicBezTo>
                      <a:cubicBezTo>
                        <a:pt x="10270" y="2303"/>
                        <a:pt x="7967" y="1"/>
                        <a:pt x="5133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66" name="Google Shape;966;p28"/>
                <p:cNvSpPr/>
                <p:nvPr/>
              </p:nvSpPr>
              <p:spPr>
                <a:xfrm>
                  <a:off x="348400" y="2919122"/>
                  <a:ext cx="986647" cy="9866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26" h="8226" extrusionOk="0">
                      <a:moveTo>
                        <a:pt x="4108" y="48"/>
                      </a:moveTo>
                      <a:cubicBezTo>
                        <a:pt x="6354" y="54"/>
                        <a:pt x="8175" y="1872"/>
                        <a:pt x="8175" y="4115"/>
                      </a:cubicBezTo>
                      <a:cubicBezTo>
                        <a:pt x="8175" y="6361"/>
                        <a:pt x="6354" y="8178"/>
                        <a:pt x="4108" y="8178"/>
                      </a:cubicBezTo>
                      <a:cubicBezTo>
                        <a:pt x="1866" y="8178"/>
                        <a:pt x="45" y="6361"/>
                        <a:pt x="45" y="4115"/>
                      </a:cubicBezTo>
                      <a:cubicBezTo>
                        <a:pt x="45" y="1869"/>
                        <a:pt x="1866" y="48"/>
                        <a:pt x="4108" y="48"/>
                      </a:cubicBezTo>
                      <a:close/>
                      <a:moveTo>
                        <a:pt x="4118" y="1"/>
                      </a:moveTo>
                      <a:cubicBezTo>
                        <a:pt x="1844" y="1"/>
                        <a:pt x="4" y="1838"/>
                        <a:pt x="1" y="4112"/>
                      </a:cubicBezTo>
                      <a:cubicBezTo>
                        <a:pt x="1" y="6383"/>
                        <a:pt x="1838" y="8222"/>
                        <a:pt x="4108" y="8226"/>
                      </a:cubicBezTo>
                      <a:cubicBezTo>
                        <a:pt x="6382" y="8226"/>
                        <a:pt x="8222" y="6386"/>
                        <a:pt x="8226" y="4115"/>
                      </a:cubicBezTo>
                      <a:cubicBezTo>
                        <a:pt x="8226" y="1847"/>
                        <a:pt x="6386" y="7"/>
                        <a:pt x="4118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67" name="Google Shape;967;p28"/>
                <p:cNvSpPr/>
                <p:nvPr/>
              </p:nvSpPr>
              <p:spPr>
                <a:xfrm>
                  <a:off x="451428" y="3042301"/>
                  <a:ext cx="755398" cy="7408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98" h="6177" extrusionOk="0">
                      <a:moveTo>
                        <a:pt x="3249" y="43"/>
                      </a:moveTo>
                      <a:cubicBezTo>
                        <a:pt x="4932" y="50"/>
                        <a:pt x="6294" y="1408"/>
                        <a:pt x="6294" y="3091"/>
                      </a:cubicBezTo>
                      <a:cubicBezTo>
                        <a:pt x="6288" y="4771"/>
                        <a:pt x="4928" y="6134"/>
                        <a:pt x="3245" y="6134"/>
                      </a:cubicBezTo>
                      <a:cubicBezTo>
                        <a:pt x="3174" y="6134"/>
                        <a:pt x="3102" y="6131"/>
                        <a:pt x="3029" y="6126"/>
                      </a:cubicBezTo>
                      <a:cubicBezTo>
                        <a:pt x="1532" y="6019"/>
                        <a:pt x="312" y="4805"/>
                        <a:pt x="211" y="3305"/>
                      </a:cubicBezTo>
                      <a:cubicBezTo>
                        <a:pt x="88" y="1528"/>
                        <a:pt x="1498" y="43"/>
                        <a:pt x="3249" y="43"/>
                      </a:cubicBezTo>
                      <a:close/>
                      <a:moveTo>
                        <a:pt x="3209" y="1"/>
                      </a:moveTo>
                      <a:cubicBezTo>
                        <a:pt x="3136" y="1"/>
                        <a:pt x="3063" y="3"/>
                        <a:pt x="2988" y="9"/>
                      </a:cubicBezTo>
                      <a:cubicBezTo>
                        <a:pt x="1463" y="112"/>
                        <a:pt x="230" y="1349"/>
                        <a:pt x="126" y="2871"/>
                      </a:cubicBezTo>
                      <a:cubicBezTo>
                        <a:pt x="0" y="4676"/>
                        <a:pt x="1432" y="6176"/>
                        <a:pt x="3209" y="6176"/>
                      </a:cubicBezTo>
                      <a:cubicBezTo>
                        <a:pt x="4913" y="6176"/>
                        <a:pt x="6294" y="4793"/>
                        <a:pt x="6297" y="3091"/>
                      </a:cubicBezTo>
                      <a:cubicBezTo>
                        <a:pt x="6297" y="1384"/>
                        <a:pt x="4912" y="1"/>
                        <a:pt x="3209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68" name="Google Shape;968;p28"/>
                <p:cNvSpPr/>
                <p:nvPr/>
              </p:nvSpPr>
              <p:spPr>
                <a:xfrm>
                  <a:off x="406930" y="2816213"/>
                  <a:ext cx="436951" cy="5983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43" h="4989" extrusionOk="0">
                      <a:moveTo>
                        <a:pt x="35" y="0"/>
                      </a:moveTo>
                      <a:lnTo>
                        <a:pt x="0" y="25"/>
                      </a:lnTo>
                      <a:lnTo>
                        <a:pt x="3605" y="4989"/>
                      </a:lnTo>
                      <a:lnTo>
                        <a:pt x="3642" y="4960"/>
                      </a:lnTo>
                      <a:lnTo>
                        <a:pt x="35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69" name="Google Shape;969;p28"/>
                <p:cNvSpPr/>
                <p:nvPr/>
              </p:nvSpPr>
              <p:spPr>
                <a:xfrm>
                  <a:off x="141383" y="3409920"/>
                  <a:ext cx="700944" cy="2325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44" h="1939" extrusionOk="0">
                      <a:moveTo>
                        <a:pt x="5831" y="1"/>
                      </a:moveTo>
                      <a:lnTo>
                        <a:pt x="0" y="1897"/>
                      </a:lnTo>
                      <a:lnTo>
                        <a:pt x="13" y="1938"/>
                      </a:lnTo>
                      <a:lnTo>
                        <a:pt x="5844" y="42"/>
                      </a:lnTo>
                      <a:lnTo>
                        <a:pt x="5831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970" name="Google Shape;970;p28"/>
              <p:cNvGrpSpPr/>
              <p:nvPr/>
            </p:nvGrpSpPr>
            <p:grpSpPr>
              <a:xfrm>
                <a:off x="2305093" y="4027553"/>
                <a:ext cx="614866" cy="614869"/>
                <a:chOff x="2691069" y="3668053"/>
                <a:chExt cx="828548" cy="828553"/>
              </a:xfrm>
            </p:grpSpPr>
            <p:sp>
              <p:nvSpPr>
                <p:cNvPr id="971" name="Google Shape;971;p28"/>
                <p:cNvSpPr/>
                <p:nvPr/>
              </p:nvSpPr>
              <p:spPr>
                <a:xfrm>
                  <a:off x="3444053" y="4431956"/>
                  <a:ext cx="21949" cy="21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3" h="178" extrusionOk="0">
                      <a:moveTo>
                        <a:pt x="0" y="1"/>
                      </a:moveTo>
                      <a:lnTo>
                        <a:pt x="0" y="177"/>
                      </a:lnTo>
                      <a:lnTo>
                        <a:pt x="183" y="177"/>
                      </a:lnTo>
                      <a:lnTo>
                        <a:pt x="183" y="1"/>
                      </a:lnTo>
                      <a:close/>
                    </a:path>
                  </a:pathLst>
                </a:custGeom>
                <a:solidFill>
                  <a:srgbClr val="EBEBEB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72" name="Google Shape;972;p28"/>
                <p:cNvSpPr/>
                <p:nvPr/>
              </p:nvSpPr>
              <p:spPr>
                <a:xfrm>
                  <a:off x="2777066" y="4431236"/>
                  <a:ext cx="646010" cy="110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86" h="92" extrusionOk="0">
                      <a:moveTo>
                        <a:pt x="1" y="1"/>
                      </a:moveTo>
                      <a:lnTo>
                        <a:pt x="1" y="92"/>
                      </a:lnTo>
                      <a:lnTo>
                        <a:pt x="180" y="92"/>
                      </a:lnTo>
                      <a:lnTo>
                        <a:pt x="180" y="1"/>
                      </a:lnTo>
                      <a:close/>
                      <a:moveTo>
                        <a:pt x="451" y="1"/>
                      </a:moveTo>
                      <a:lnTo>
                        <a:pt x="451" y="92"/>
                      </a:lnTo>
                      <a:lnTo>
                        <a:pt x="633" y="92"/>
                      </a:lnTo>
                      <a:lnTo>
                        <a:pt x="633" y="1"/>
                      </a:lnTo>
                      <a:close/>
                      <a:moveTo>
                        <a:pt x="900" y="1"/>
                      </a:moveTo>
                      <a:lnTo>
                        <a:pt x="900" y="92"/>
                      </a:lnTo>
                      <a:lnTo>
                        <a:pt x="1080" y="92"/>
                      </a:lnTo>
                      <a:lnTo>
                        <a:pt x="1080" y="1"/>
                      </a:lnTo>
                      <a:close/>
                      <a:moveTo>
                        <a:pt x="1347" y="1"/>
                      </a:moveTo>
                      <a:lnTo>
                        <a:pt x="1347" y="92"/>
                      </a:lnTo>
                      <a:lnTo>
                        <a:pt x="1529" y="92"/>
                      </a:lnTo>
                      <a:lnTo>
                        <a:pt x="1529" y="1"/>
                      </a:lnTo>
                      <a:close/>
                      <a:moveTo>
                        <a:pt x="1797" y="1"/>
                      </a:moveTo>
                      <a:lnTo>
                        <a:pt x="1797" y="92"/>
                      </a:lnTo>
                      <a:lnTo>
                        <a:pt x="1976" y="92"/>
                      </a:lnTo>
                      <a:lnTo>
                        <a:pt x="1976" y="1"/>
                      </a:lnTo>
                      <a:close/>
                      <a:moveTo>
                        <a:pt x="2155" y="1"/>
                      </a:moveTo>
                      <a:lnTo>
                        <a:pt x="2155" y="92"/>
                      </a:lnTo>
                      <a:lnTo>
                        <a:pt x="2334" y="92"/>
                      </a:lnTo>
                      <a:lnTo>
                        <a:pt x="2334" y="1"/>
                      </a:lnTo>
                      <a:close/>
                      <a:moveTo>
                        <a:pt x="2605" y="1"/>
                      </a:moveTo>
                      <a:lnTo>
                        <a:pt x="2605" y="92"/>
                      </a:lnTo>
                      <a:lnTo>
                        <a:pt x="2809" y="92"/>
                      </a:lnTo>
                      <a:lnTo>
                        <a:pt x="2816" y="1"/>
                      </a:lnTo>
                      <a:close/>
                      <a:moveTo>
                        <a:pt x="3052" y="1"/>
                      </a:moveTo>
                      <a:lnTo>
                        <a:pt x="3052" y="92"/>
                      </a:lnTo>
                      <a:lnTo>
                        <a:pt x="3231" y="92"/>
                      </a:lnTo>
                      <a:lnTo>
                        <a:pt x="3231" y="1"/>
                      </a:lnTo>
                      <a:close/>
                      <a:moveTo>
                        <a:pt x="3498" y="1"/>
                      </a:moveTo>
                      <a:lnTo>
                        <a:pt x="3498" y="92"/>
                      </a:lnTo>
                      <a:lnTo>
                        <a:pt x="3681" y="92"/>
                      </a:lnTo>
                      <a:lnTo>
                        <a:pt x="3681" y="1"/>
                      </a:lnTo>
                      <a:close/>
                      <a:moveTo>
                        <a:pt x="3860" y="1"/>
                      </a:moveTo>
                      <a:lnTo>
                        <a:pt x="3860" y="92"/>
                      </a:lnTo>
                      <a:lnTo>
                        <a:pt x="4042" y="92"/>
                      </a:lnTo>
                      <a:lnTo>
                        <a:pt x="4042" y="1"/>
                      </a:lnTo>
                      <a:close/>
                      <a:moveTo>
                        <a:pt x="4310" y="1"/>
                      </a:moveTo>
                      <a:lnTo>
                        <a:pt x="4310" y="92"/>
                      </a:lnTo>
                      <a:lnTo>
                        <a:pt x="4489" y="92"/>
                      </a:lnTo>
                      <a:lnTo>
                        <a:pt x="4489" y="1"/>
                      </a:lnTo>
                      <a:close/>
                      <a:moveTo>
                        <a:pt x="4756" y="1"/>
                      </a:moveTo>
                      <a:lnTo>
                        <a:pt x="4756" y="92"/>
                      </a:lnTo>
                      <a:lnTo>
                        <a:pt x="4939" y="92"/>
                      </a:lnTo>
                      <a:lnTo>
                        <a:pt x="4939" y="1"/>
                      </a:lnTo>
                      <a:close/>
                      <a:moveTo>
                        <a:pt x="5206" y="1"/>
                      </a:moveTo>
                      <a:lnTo>
                        <a:pt x="5206" y="92"/>
                      </a:lnTo>
                      <a:lnTo>
                        <a:pt x="5385" y="92"/>
                      </a:lnTo>
                      <a:lnTo>
                        <a:pt x="5385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73" name="Google Shape;973;p28"/>
                <p:cNvSpPr/>
                <p:nvPr/>
              </p:nvSpPr>
              <p:spPr>
                <a:xfrm>
                  <a:off x="2734487" y="4431956"/>
                  <a:ext cx="21230" cy="21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" h="178" extrusionOk="0">
                      <a:moveTo>
                        <a:pt x="0" y="1"/>
                      </a:moveTo>
                      <a:lnTo>
                        <a:pt x="0" y="177"/>
                      </a:lnTo>
                      <a:lnTo>
                        <a:pt x="176" y="177"/>
                      </a:lnTo>
                      <a:lnTo>
                        <a:pt x="176" y="1"/>
                      </a:lnTo>
                      <a:close/>
                    </a:path>
                  </a:pathLst>
                </a:custGeom>
                <a:solidFill>
                  <a:srgbClr val="EBEBEB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74" name="Google Shape;974;p28"/>
                <p:cNvSpPr/>
                <p:nvPr/>
              </p:nvSpPr>
              <p:spPr>
                <a:xfrm>
                  <a:off x="2734128" y="3764725"/>
                  <a:ext cx="11035" cy="6346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" h="5291" extrusionOk="0">
                      <a:moveTo>
                        <a:pt x="0" y="0"/>
                      </a:moveTo>
                      <a:lnTo>
                        <a:pt x="0" y="179"/>
                      </a:lnTo>
                      <a:lnTo>
                        <a:pt x="91" y="179"/>
                      </a:lnTo>
                      <a:lnTo>
                        <a:pt x="91" y="0"/>
                      </a:lnTo>
                      <a:close/>
                      <a:moveTo>
                        <a:pt x="0" y="359"/>
                      </a:moveTo>
                      <a:lnTo>
                        <a:pt x="0" y="538"/>
                      </a:lnTo>
                      <a:lnTo>
                        <a:pt x="91" y="538"/>
                      </a:lnTo>
                      <a:lnTo>
                        <a:pt x="91" y="359"/>
                      </a:lnTo>
                      <a:close/>
                      <a:moveTo>
                        <a:pt x="0" y="805"/>
                      </a:moveTo>
                      <a:lnTo>
                        <a:pt x="0" y="988"/>
                      </a:lnTo>
                      <a:lnTo>
                        <a:pt x="91" y="988"/>
                      </a:lnTo>
                      <a:lnTo>
                        <a:pt x="91" y="805"/>
                      </a:lnTo>
                      <a:close/>
                      <a:moveTo>
                        <a:pt x="0" y="1255"/>
                      </a:moveTo>
                      <a:lnTo>
                        <a:pt x="0" y="1434"/>
                      </a:lnTo>
                      <a:lnTo>
                        <a:pt x="91" y="1434"/>
                      </a:lnTo>
                      <a:lnTo>
                        <a:pt x="91" y="1255"/>
                      </a:lnTo>
                      <a:close/>
                      <a:moveTo>
                        <a:pt x="0" y="1702"/>
                      </a:moveTo>
                      <a:lnTo>
                        <a:pt x="0" y="1881"/>
                      </a:lnTo>
                      <a:lnTo>
                        <a:pt x="91" y="1881"/>
                      </a:lnTo>
                      <a:lnTo>
                        <a:pt x="91" y="1702"/>
                      </a:lnTo>
                      <a:close/>
                      <a:moveTo>
                        <a:pt x="0" y="2151"/>
                      </a:moveTo>
                      <a:lnTo>
                        <a:pt x="0" y="2331"/>
                      </a:lnTo>
                      <a:lnTo>
                        <a:pt x="91" y="2331"/>
                      </a:lnTo>
                      <a:lnTo>
                        <a:pt x="91" y="2151"/>
                      </a:lnTo>
                      <a:close/>
                      <a:moveTo>
                        <a:pt x="0" y="2513"/>
                      </a:moveTo>
                      <a:lnTo>
                        <a:pt x="0" y="2692"/>
                      </a:lnTo>
                      <a:lnTo>
                        <a:pt x="91" y="2692"/>
                      </a:lnTo>
                      <a:lnTo>
                        <a:pt x="91" y="2513"/>
                      </a:lnTo>
                      <a:close/>
                      <a:moveTo>
                        <a:pt x="0" y="2960"/>
                      </a:moveTo>
                      <a:lnTo>
                        <a:pt x="0" y="3139"/>
                      </a:lnTo>
                      <a:lnTo>
                        <a:pt x="91" y="3139"/>
                      </a:lnTo>
                      <a:lnTo>
                        <a:pt x="91" y="2960"/>
                      </a:lnTo>
                      <a:close/>
                      <a:moveTo>
                        <a:pt x="0" y="3409"/>
                      </a:moveTo>
                      <a:lnTo>
                        <a:pt x="0" y="3589"/>
                      </a:lnTo>
                      <a:lnTo>
                        <a:pt x="91" y="3589"/>
                      </a:lnTo>
                      <a:lnTo>
                        <a:pt x="91" y="3409"/>
                      </a:lnTo>
                      <a:close/>
                      <a:moveTo>
                        <a:pt x="0" y="3856"/>
                      </a:moveTo>
                      <a:lnTo>
                        <a:pt x="0" y="4039"/>
                      </a:lnTo>
                      <a:lnTo>
                        <a:pt x="91" y="4039"/>
                      </a:lnTo>
                      <a:lnTo>
                        <a:pt x="91" y="3856"/>
                      </a:lnTo>
                      <a:close/>
                      <a:moveTo>
                        <a:pt x="0" y="4306"/>
                      </a:moveTo>
                      <a:lnTo>
                        <a:pt x="0" y="4485"/>
                      </a:lnTo>
                      <a:lnTo>
                        <a:pt x="91" y="4485"/>
                      </a:lnTo>
                      <a:lnTo>
                        <a:pt x="91" y="4306"/>
                      </a:lnTo>
                      <a:close/>
                      <a:moveTo>
                        <a:pt x="0" y="4661"/>
                      </a:moveTo>
                      <a:lnTo>
                        <a:pt x="0" y="4844"/>
                      </a:lnTo>
                      <a:lnTo>
                        <a:pt x="91" y="4844"/>
                      </a:lnTo>
                      <a:lnTo>
                        <a:pt x="91" y="4661"/>
                      </a:lnTo>
                      <a:close/>
                      <a:moveTo>
                        <a:pt x="0" y="5111"/>
                      </a:moveTo>
                      <a:lnTo>
                        <a:pt x="0" y="5290"/>
                      </a:lnTo>
                      <a:lnTo>
                        <a:pt x="91" y="5290"/>
                      </a:lnTo>
                      <a:lnTo>
                        <a:pt x="91" y="511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75" name="Google Shape;975;p28"/>
                <p:cNvSpPr/>
                <p:nvPr/>
              </p:nvSpPr>
              <p:spPr>
                <a:xfrm>
                  <a:off x="2734487" y="3710752"/>
                  <a:ext cx="21230" cy="219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" h="183" extrusionOk="0">
                      <a:moveTo>
                        <a:pt x="0" y="0"/>
                      </a:moveTo>
                      <a:lnTo>
                        <a:pt x="0" y="183"/>
                      </a:lnTo>
                      <a:lnTo>
                        <a:pt x="88" y="183"/>
                      </a:lnTo>
                      <a:lnTo>
                        <a:pt x="88" y="91"/>
                      </a:lnTo>
                      <a:lnTo>
                        <a:pt x="176" y="91"/>
                      </a:lnTo>
                      <a:lnTo>
                        <a:pt x="176" y="0"/>
                      </a:lnTo>
                      <a:close/>
                    </a:path>
                  </a:pathLst>
                </a:custGeom>
                <a:solidFill>
                  <a:srgbClr val="EBEBEB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76" name="Google Shape;976;p28"/>
                <p:cNvSpPr/>
                <p:nvPr/>
              </p:nvSpPr>
              <p:spPr>
                <a:xfrm>
                  <a:off x="2777066" y="3710752"/>
                  <a:ext cx="646010" cy="110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86" h="92" extrusionOk="0">
                      <a:moveTo>
                        <a:pt x="1" y="0"/>
                      </a:moveTo>
                      <a:lnTo>
                        <a:pt x="1" y="91"/>
                      </a:lnTo>
                      <a:lnTo>
                        <a:pt x="180" y="91"/>
                      </a:lnTo>
                      <a:lnTo>
                        <a:pt x="180" y="0"/>
                      </a:lnTo>
                      <a:close/>
                      <a:moveTo>
                        <a:pt x="451" y="0"/>
                      </a:moveTo>
                      <a:lnTo>
                        <a:pt x="451" y="91"/>
                      </a:lnTo>
                      <a:lnTo>
                        <a:pt x="633" y="91"/>
                      </a:lnTo>
                      <a:lnTo>
                        <a:pt x="633" y="0"/>
                      </a:lnTo>
                      <a:close/>
                      <a:moveTo>
                        <a:pt x="900" y="0"/>
                      </a:moveTo>
                      <a:lnTo>
                        <a:pt x="900" y="91"/>
                      </a:lnTo>
                      <a:lnTo>
                        <a:pt x="1080" y="91"/>
                      </a:lnTo>
                      <a:lnTo>
                        <a:pt x="1080" y="0"/>
                      </a:lnTo>
                      <a:close/>
                      <a:moveTo>
                        <a:pt x="1347" y="0"/>
                      </a:moveTo>
                      <a:lnTo>
                        <a:pt x="1347" y="91"/>
                      </a:lnTo>
                      <a:lnTo>
                        <a:pt x="1529" y="91"/>
                      </a:lnTo>
                      <a:lnTo>
                        <a:pt x="1529" y="0"/>
                      </a:lnTo>
                      <a:close/>
                      <a:moveTo>
                        <a:pt x="1797" y="0"/>
                      </a:moveTo>
                      <a:lnTo>
                        <a:pt x="1797" y="91"/>
                      </a:lnTo>
                      <a:lnTo>
                        <a:pt x="1976" y="91"/>
                      </a:lnTo>
                      <a:lnTo>
                        <a:pt x="1976" y="0"/>
                      </a:lnTo>
                      <a:close/>
                      <a:moveTo>
                        <a:pt x="2155" y="0"/>
                      </a:moveTo>
                      <a:lnTo>
                        <a:pt x="2155" y="91"/>
                      </a:lnTo>
                      <a:lnTo>
                        <a:pt x="2334" y="91"/>
                      </a:lnTo>
                      <a:lnTo>
                        <a:pt x="2334" y="0"/>
                      </a:lnTo>
                      <a:close/>
                      <a:moveTo>
                        <a:pt x="2605" y="0"/>
                      </a:moveTo>
                      <a:lnTo>
                        <a:pt x="2605" y="91"/>
                      </a:lnTo>
                      <a:lnTo>
                        <a:pt x="2809" y="91"/>
                      </a:lnTo>
                      <a:lnTo>
                        <a:pt x="2816" y="0"/>
                      </a:lnTo>
                      <a:close/>
                      <a:moveTo>
                        <a:pt x="3052" y="0"/>
                      </a:moveTo>
                      <a:lnTo>
                        <a:pt x="3052" y="91"/>
                      </a:lnTo>
                      <a:lnTo>
                        <a:pt x="3231" y="91"/>
                      </a:lnTo>
                      <a:lnTo>
                        <a:pt x="3231" y="0"/>
                      </a:lnTo>
                      <a:close/>
                      <a:moveTo>
                        <a:pt x="3498" y="0"/>
                      </a:moveTo>
                      <a:lnTo>
                        <a:pt x="3498" y="91"/>
                      </a:lnTo>
                      <a:lnTo>
                        <a:pt x="3681" y="91"/>
                      </a:lnTo>
                      <a:lnTo>
                        <a:pt x="3681" y="0"/>
                      </a:lnTo>
                      <a:close/>
                      <a:moveTo>
                        <a:pt x="3860" y="0"/>
                      </a:moveTo>
                      <a:lnTo>
                        <a:pt x="3860" y="91"/>
                      </a:lnTo>
                      <a:lnTo>
                        <a:pt x="4042" y="91"/>
                      </a:lnTo>
                      <a:lnTo>
                        <a:pt x="4042" y="0"/>
                      </a:lnTo>
                      <a:close/>
                      <a:moveTo>
                        <a:pt x="4310" y="0"/>
                      </a:moveTo>
                      <a:lnTo>
                        <a:pt x="4310" y="91"/>
                      </a:lnTo>
                      <a:lnTo>
                        <a:pt x="4489" y="91"/>
                      </a:lnTo>
                      <a:lnTo>
                        <a:pt x="4489" y="0"/>
                      </a:lnTo>
                      <a:close/>
                      <a:moveTo>
                        <a:pt x="4756" y="0"/>
                      </a:moveTo>
                      <a:lnTo>
                        <a:pt x="4756" y="91"/>
                      </a:lnTo>
                      <a:lnTo>
                        <a:pt x="4939" y="91"/>
                      </a:lnTo>
                      <a:lnTo>
                        <a:pt x="4939" y="0"/>
                      </a:lnTo>
                      <a:close/>
                      <a:moveTo>
                        <a:pt x="5206" y="0"/>
                      </a:moveTo>
                      <a:lnTo>
                        <a:pt x="5206" y="91"/>
                      </a:lnTo>
                      <a:lnTo>
                        <a:pt x="5385" y="91"/>
                      </a:lnTo>
                      <a:lnTo>
                        <a:pt x="5385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77" name="Google Shape;977;p28"/>
                <p:cNvSpPr/>
                <p:nvPr/>
              </p:nvSpPr>
              <p:spPr>
                <a:xfrm>
                  <a:off x="3444053" y="3710752"/>
                  <a:ext cx="21949" cy="219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3" h="183" extrusionOk="0">
                      <a:moveTo>
                        <a:pt x="0" y="0"/>
                      </a:moveTo>
                      <a:lnTo>
                        <a:pt x="0" y="91"/>
                      </a:lnTo>
                      <a:lnTo>
                        <a:pt x="92" y="91"/>
                      </a:lnTo>
                      <a:lnTo>
                        <a:pt x="92" y="183"/>
                      </a:lnTo>
                      <a:lnTo>
                        <a:pt x="183" y="183"/>
                      </a:lnTo>
                      <a:lnTo>
                        <a:pt x="183" y="0"/>
                      </a:lnTo>
                      <a:close/>
                    </a:path>
                  </a:pathLst>
                </a:custGeom>
                <a:solidFill>
                  <a:srgbClr val="EBEBEB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78" name="Google Shape;978;p28"/>
                <p:cNvSpPr/>
                <p:nvPr/>
              </p:nvSpPr>
              <p:spPr>
                <a:xfrm>
                  <a:off x="3454967" y="3764725"/>
                  <a:ext cx="11035" cy="6346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" h="5291" extrusionOk="0">
                      <a:moveTo>
                        <a:pt x="1" y="0"/>
                      </a:moveTo>
                      <a:lnTo>
                        <a:pt x="1" y="179"/>
                      </a:lnTo>
                      <a:lnTo>
                        <a:pt x="92" y="179"/>
                      </a:lnTo>
                      <a:lnTo>
                        <a:pt x="92" y="0"/>
                      </a:lnTo>
                      <a:close/>
                      <a:moveTo>
                        <a:pt x="1" y="359"/>
                      </a:moveTo>
                      <a:lnTo>
                        <a:pt x="1" y="538"/>
                      </a:lnTo>
                      <a:lnTo>
                        <a:pt x="92" y="538"/>
                      </a:lnTo>
                      <a:lnTo>
                        <a:pt x="92" y="359"/>
                      </a:lnTo>
                      <a:close/>
                      <a:moveTo>
                        <a:pt x="1" y="805"/>
                      </a:moveTo>
                      <a:lnTo>
                        <a:pt x="1" y="988"/>
                      </a:lnTo>
                      <a:lnTo>
                        <a:pt x="92" y="988"/>
                      </a:lnTo>
                      <a:lnTo>
                        <a:pt x="92" y="805"/>
                      </a:lnTo>
                      <a:close/>
                      <a:moveTo>
                        <a:pt x="1" y="1255"/>
                      </a:moveTo>
                      <a:lnTo>
                        <a:pt x="1" y="1434"/>
                      </a:lnTo>
                      <a:lnTo>
                        <a:pt x="92" y="1434"/>
                      </a:lnTo>
                      <a:lnTo>
                        <a:pt x="92" y="1255"/>
                      </a:lnTo>
                      <a:close/>
                      <a:moveTo>
                        <a:pt x="1" y="1702"/>
                      </a:moveTo>
                      <a:lnTo>
                        <a:pt x="1" y="1881"/>
                      </a:lnTo>
                      <a:lnTo>
                        <a:pt x="92" y="1881"/>
                      </a:lnTo>
                      <a:lnTo>
                        <a:pt x="92" y="1702"/>
                      </a:lnTo>
                      <a:close/>
                      <a:moveTo>
                        <a:pt x="1" y="2151"/>
                      </a:moveTo>
                      <a:lnTo>
                        <a:pt x="1" y="2331"/>
                      </a:lnTo>
                      <a:lnTo>
                        <a:pt x="92" y="2331"/>
                      </a:lnTo>
                      <a:lnTo>
                        <a:pt x="92" y="2151"/>
                      </a:lnTo>
                      <a:close/>
                      <a:moveTo>
                        <a:pt x="1" y="2513"/>
                      </a:moveTo>
                      <a:lnTo>
                        <a:pt x="1" y="2692"/>
                      </a:lnTo>
                      <a:lnTo>
                        <a:pt x="92" y="2692"/>
                      </a:lnTo>
                      <a:lnTo>
                        <a:pt x="92" y="2513"/>
                      </a:lnTo>
                      <a:close/>
                      <a:moveTo>
                        <a:pt x="1" y="2960"/>
                      </a:moveTo>
                      <a:lnTo>
                        <a:pt x="1" y="3139"/>
                      </a:lnTo>
                      <a:lnTo>
                        <a:pt x="92" y="3139"/>
                      </a:lnTo>
                      <a:lnTo>
                        <a:pt x="92" y="2960"/>
                      </a:lnTo>
                      <a:close/>
                      <a:moveTo>
                        <a:pt x="1" y="3409"/>
                      </a:moveTo>
                      <a:lnTo>
                        <a:pt x="1" y="3589"/>
                      </a:lnTo>
                      <a:lnTo>
                        <a:pt x="92" y="3589"/>
                      </a:lnTo>
                      <a:lnTo>
                        <a:pt x="92" y="3409"/>
                      </a:lnTo>
                      <a:close/>
                      <a:moveTo>
                        <a:pt x="1" y="3856"/>
                      </a:moveTo>
                      <a:lnTo>
                        <a:pt x="1" y="4039"/>
                      </a:lnTo>
                      <a:lnTo>
                        <a:pt x="92" y="4039"/>
                      </a:lnTo>
                      <a:lnTo>
                        <a:pt x="92" y="3856"/>
                      </a:lnTo>
                      <a:close/>
                      <a:moveTo>
                        <a:pt x="1" y="4306"/>
                      </a:moveTo>
                      <a:lnTo>
                        <a:pt x="1" y="4485"/>
                      </a:lnTo>
                      <a:lnTo>
                        <a:pt x="92" y="4485"/>
                      </a:lnTo>
                      <a:lnTo>
                        <a:pt x="92" y="4306"/>
                      </a:lnTo>
                      <a:close/>
                      <a:moveTo>
                        <a:pt x="1" y="4661"/>
                      </a:moveTo>
                      <a:lnTo>
                        <a:pt x="1" y="4844"/>
                      </a:lnTo>
                      <a:lnTo>
                        <a:pt x="92" y="4844"/>
                      </a:lnTo>
                      <a:lnTo>
                        <a:pt x="92" y="4661"/>
                      </a:lnTo>
                      <a:close/>
                      <a:moveTo>
                        <a:pt x="1" y="5111"/>
                      </a:moveTo>
                      <a:lnTo>
                        <a:pt x="1" y="5290"/>
                      </a:lnTo>
                      <a:lnTo>
                        <a:pt x="92" y="5290"/>
                      </a:lnTo>
                      <a:lnTo>
                        <a:pt x="92" y="511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79" name="Google Shape;979;p28"/>
                <p:cNvSpPr/>
                <p:nvPr/>
              </p:nvSpPr>
              <p:spPr>
                <a:xfrm>
                  <a:off x="2701984" y="4399212"/>
                  <a:ext cx="86119" cy="864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8" h="721" extrusionOk="0">
                      <a:moveTo>
                        <a:pt x="1" y="0"/>
                      </a:moveTo>
                      <a:lnTo>
                        <a:pt x="1" y="721"/>
                      </a:lnTo>
                      <a:lnTo>
                        <a:pt x="718" y="721"/>
                      </a:lnTo>
                      <a:lnTo>
                        <a:pt x="718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80" name="Google Shape;980;p28"/>
                <p:cNvSpPr/>
                <p:nvPr/>
              </p:nvSpPr>
              <p:spPr>
                <a:xfrm>
                  <a:off x="2691069" y="4388657"/>
                  <a:ext cx="107708" cy="1079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8" h="900" extrusionOk="0">
                      <a:moveTo>
                        <a:pt x="721" y="88"/>
                      </a:moveTo>
                      <a:lnTo>
                        <a:pt x="721" y="717"/>
                      </a:lnTo>
                      <a:lnTo>
                        <a:pt x="92" y="717"/>
                      </a:lnTo>
                      <a:lnTo>
                        <a:pt x="92" y="88"/>
                      </a:lnTo>
                      <a:close/>
                      <a:moveTo>
                        <a:pt x="1" y="0"/>
                      </a:moveTo>
                      <a:lnTo>
                        <a:pt x="1" y="900"/>
                      </a:lnTo>
                      <a:lnTo>
                        <a:pt x="897" y="900"/>
                      </a:lnTo>
                      <a:lnTo>
                        <a:pt x="897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81" name="Google Shape;981;p28"/>
                <p:cNvSpPr/>
                <p:nvPr/>
              </p:nvSpPr>
              <p:spPr>
                <a:xfrm>
                  <a:off x="2701984" y="4033273"/>
                  <a:ext cx="86119" cy="864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8" h="721" extrusionOk="0">
                      <a:moveTo>
                        <a:pt x="1" y="0"/>
                      </a:moveTo>
                      <a:lnTo>
                        <a:pt x="1" y="721"/>
                      </a:lnTo>
                      <a:lnTo>
                        <a:pt x="718" y="721"/>
                      </a:lnTo>
                      <a:lnTo>
                        <a:pt x="718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82" name="Google Shape;982;p28"/>
                <p:cNvSpPr/>
                <p:nvPr/>
              </p:nvSpPr>
              <p:spPr>
                <a:xfrm>
                  <a:off x="2691069" y="4023078"/>
                  <a:ext cx="107708" cy="1075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8" h="897" extrusionOk="0">
                      <a:moveTo>
                        <a:pt x="721" y="177"/>
                      </a:moveTo>
                      <a:lnTo>
                        <a:pt x="721" y="806"/>
                      </a:lnTo>
                      <a:lnTo>
                        <a:pt x="92" y="806"/>
                      </a:lnTo>
                      <a:lnTo>
                        <a:pt x="92" y="177"/>
                      </a:lnTo>
                      <a:close/>
                      <a:moveTo>
                        <a:pt x="1" y="1"/>
                      </a:moveTo>
                      <a:lnTo>
                        <a:pt x="1" y="897"/>
                      </a:lnTo>
                      <a:lnTo>
                        <a:pt x="897" y="897"/>
                      </a:lnTo>
                      <a:lnTo>
                        <a:pt x="897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83" name="Google Shape;983;p28"/>
                <p:cNvSpPr/>
                <p:nvPr/>
              </p:nvSpPr>
              <p:spPr>
                <a:xfrm>
                  <a:off x="2701984" y="3678608"/>
                  <a:ext cx="86119" cy="865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8" h="722" extrusionOk="0">
                      <a:moveTo>
                        <a:pt x="1" y="1"/>
                      </a:moveTo>
                      <a:lnTo>
                        <a:pt x="1" y="721"/>
                      </a:lnTo>
                      <a:lnTo>
                        <a:pt x="718" y="721"/>
                      </a:lnTo>
                      <a:lnTo>
                        <a:pt x="718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84" name="Google Shape;984;p28"/>
                <p:cNvSpPr/>
                <p:nvPr/>
              </p:nvSpPr>
              <p:spPr>
                <a:xfrm>
                  <a:off x="2691069" y="3668053"/>
                  <a:ext cx="107708" cy="1077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8" h="898" extrusionOk="0">
                      <a:moveTo>
                        <a:pt x="721" y="86"/>
                      </a:moveTo>
                      <a:lnTo>
                        <a:pt x="721" y="715"/>
                      </a:lnTo>
                      <a:lnTo>
                        <a:pt x="92" y="715"/>
                      </a:lnTo>
                      <a:lnTo>
                        <a:pt x="92" y="86"/>
                      </a:lnTo>
                      <a:close/>
                      <a:moveTo>
                        <a:pt x="1" y="1"/>
                      </a:moveTo>
                      <a:lnTo>
                        <a:pt x="1" y="897"/>
                      </a:lnTo>
                      <a:lnTo>
                        <a:pt x="897" y="897"/>
                      </a:lnTo>
                      <a:lnTo>
                        <a:pt x="897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85" name="Google Shape;985;p28"/>
                <p:cNvSpPr/>
                <p:nvPr/>
              </p:nvSpPr>
              <p:spPr>
                <a:xfrm>
                  <a:off x="3422943" y="4399212"/>
                  <a:ext cx="86479" cy="864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1" h="721" extrusionOk="0">
                      <a:moveTo>
                        <a:pt x="0" y="0"/>
                      </a:moveTo>
                      <a:lnTo>
                        <a:pt x="0" y="721"/>
                      </a:lnTo>
                      <a:lnTo>
                        <a:pt x="721" y="721"/>
                      </a:lnTo>
                      <a:lnTo>
                        <a:pt x="721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86" name="Google Shape;986;p28"/>
                <p:cNvSpPr/>
                <p:nvPr/>
              </p:nvSpPr>
              <p:spPr>
                <a:xfrm>
                  <a:off x="3412029" y="4388657"/>
                  <a:ext cx="107588" cy="1079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7" h="900" extrusionOk="0">
                      <a:moveTo>
                        <a:pt x="720" y="88"/>
                      </a:moveTo>
                      <a:lnTo>
                        <a:pt x="720" y="717"/>
                      </a:lnTo>
                      <a:lnTo>
                        <a:pt x="91" y="717"/>
                      </a:lnTo>
                      <a:lnTo>
                        <a:pt x="91" y="88"/>
                      </a:lnTo>
                      <a:close/>
                      <a:moveTo>
                        <a:pt x="0" y="0"/>
                      </a:moveTo>
                      <a:lnTo>
                        <a:pt x="0" y="900"/>
                      </a:lnTo>
                      <a:lnTo>
                        <a:pt x="897" y="900"/>
                      </a:lnTo>
                      <a:lnTo>
                        <a:pt x="897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87" name="Google Shape;987;p28"/>
                <p:cNvSpPr/>
                <p:nvPr/>
              </p:nvSpPr>
              <p:spPr>
                <a:xfrm>
                  <a:off x="3422943" y="4033273"/>
                  <a:ext cx="86479" cy="864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1" h="721" extrusionOk="0">
                      <a:moveTo>
                        <a:pt x="0" y="0"/>
                      </a:moveTo>
                      <a:lnTo>
                        <a:pt x="0" y="721"/>
                      </a:lnTo>
                      <a:lnTo>
                        <a:pt x="721" y="721"/>
                      </a:lnTo>
                      <a:lnTo>
                        <a:pt x="721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88" name="Google Shape;988;p28"/>
                <p:cNvSpPr/>
                <p:nvPr/>
              </p:nvSpPr>
              <p:spPr>
                <a:xfrm>
                  <a:off x="3412029" y="4023078"/>
                  <a:ext cx="107588" cy="1075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7" h="897" extrusionOk="0">
                      <a:moveTo>
                        <a:pt x="720" y="177"/>
                      </a:moveTo>
                      <a:lnTo>
                        <a:pt x="720" y="806"/>
                      </a:lnTo>
                      <a:lnTo>
                        <a:pt x="91" y="806"/>
                      </a:lnTo>
                      <a:lnTo>
                        <a:pt x="91" y="177"/>
                      </a:lnTo>
                      <a:close/>
                      <a:moveTo>
                        <a:pt x="0" y="1"/>
                      </a:moveTo>
                      <a:lnTo>
                        <a:pt x="0" y="897"/>
                      </a:lnTo>
                      <a:lnTo>
                        <a:pt x="897" y="897"/>
                      </a:lnTo>
                      <a:lnTo>
                        <a:pt x="897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89" name="Google Shape;989;p28"/>
                <p:cNvSpPr/>
                <p:nvPr/>
              </p:nvSpPr>
              <p:spPr>
                <a:xfrm>
                  <a:off x="3422943" y="3678608"/>
                  <a:ext cx="86479" cy="865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1" h="722" extrusionOk="0">
                      <a:moveTo>
                        <a:pt x="0" y="1"/>
                      </a:moveTo>
                      <a:lnTo>
                        <a:pt x="0" y="721"/>
                      </a:lnTo>
                      <a:lnTo>
                        <a:pt x="721" y="721"/>
                      </a:lnTo>
                      <a:lnTo>
                        <a:pt x="721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90" name="Google Shape;990;p28"/>
                <p:cNvSpPr/>
                <p:nvPr/>
              </p:nvSpPr>
              <p:spPr>
                <a:xfrm>
                  <a:off x="3412029" y="3668053"/>
                  <a:ext cx="107588" cy="1077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7" h="898" extrusionOk="0">
                      <a:moveTo>
                        <a:pt x="720" y="86"/>
                      </a:moveTo>
                      <a:lnTo>
                        <a:pt x="720" y="715"/>
                      </a:lnTo>
                      <a:lnTo>
                        <a:pt x="91" y="715"/>
                      </a:lnTo>
                      <a:lnTo>
                        <a:pt x="91" y="86"/>
                      </a:lnTo>
                      <a:close/>
                      <a:moveTo>
                        <a:pt x="0" y="1"/>
                      </a:moveTo>
                      <a:lnTo>
                        <a:pt x="0" y="897"/>
                      </a:lnTo>
                      <a:lnTo>
                        <a:pt x="897" y="897"/>
                      </a:lnTo>
                      <a:lnTo>
                        <a:pt x="897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91" name="Google Shape;991;p28"/>
                <p:cNvSpPr/>
                <p:nvPr/>
              </p:nvSpPr>
              <p:spPr>
                <a:xfrm>
                  <a:off x="3057006" y="3678608"/>
                  <a:ext cx="86479" cy="865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1" h="722" extrusionOk="0">
                      <a:moveTo>
                        <a:pt x="0" y="1"/>
                      </a:moveTo>
                      <a:lnTo>
                        <a:pt x="0" y="721"/>
                      </a:lnTo>
                      <a:lnTo>
                        <a:pt x="721" y="721"/>
                      </a:lnTo>
                      <a:lnTo>
                        <a:pt x="721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92" name="Google Shape;992;p28"/>
                <p:cNvSpPr/>
                <p:nvPr/>
              </p:nvSpPr>
              <p:spPr>
                <a:xfrm>
                  <a:off x="3046092" y="3668053"/>
                  <a:ext cx="107588" cy="1077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7" h="898" extrusionOk="0">
                      <a:moveTo>
                        <a:pt x="812" y="86"/>
                      </a:moveTo>
                      <a:lnTo>
                        <a:pt x="812" y="715"/>
                      </a:lnTo>
                      <a:lnTo>
                        <a:pt x="183" y="715"/>
                      </a:lnTo>
                      <a:lnTo>
                        <a:pt x="183" y="86"/>
                      </a:lnTo>
                      <a:close/>
                      <a:moveTo>
                        <a:pt x="0" y="1"/>
                      </a:moveTo>
                      <a:lnTo>
                        <a:pt x="0" y="897"/>
                      </a:lnTo>
                      <a:lnTo>
                        <a:pt x="897" y="897"/>
                      </a:lnTo>
                      <a:lnTo>
                        <a:pt x="897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93" name="Google Shape;993;p28"/>
                <p:cNvSpPr/>
                <p:nvPr/>
              </p:nvSpPr>
              <p:spPr>
                <a:xfrm>
                  <a:off x="3057006" y="4399212"/>
                  <a:ext cx="86479" cy="864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1" h="721" extrusionOk="0">
                      <a:moveTo>
                        <a:pt x="0" y="0"/>
                      </a:moveTo>
                      <a:lnTo>
                        <a:pt x="0" y="721"/>
                      </a:lnTo>
                      <a:lnTo>
                        <a:pt x="721" y="721"/>
                      </a:lnTo>
                      <a:lnTo>
                        <a:pt x="721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94" name="Google Shape;994;p28"/>
                <p:cNvSpPr/>
                <p:nvPr/>
              </p:nvSpPr>
              <p:spPr>
                <a:xfrm>
                  <a:off x="3046092" y="4388657"/>
                  <a:ext cx="107588" cy="1079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7" h="900" extrusionOk="0">
                      <a:moveTo>
                        <a:pt x="812" y="88"/>
                      </a:moveTo>
                      <a:lnTo>
                        <a:pt x="812" y="717"/>
                      </a:lnTo>
                      <a:lnTo>
                        <a:pt x="183" y="717"/>
                      </a:lnTo>
                      <a:lnTo>
                        <a:pt x="183" y="88"/>
                      </a:lnTo>
                      <a:close/>
                      <a:moveTo>
                        <a:pt x="0" y="0"/>
                      </a:moveTo>
                      <a:lnTo>
                        <a:pt x="0" y="900"/>
                      </a:lnTo>
                      <a:lnTo>
                        <a:pt x="897" y="900"/>
                      </a:lnTo>
                      <a:lnTo>
                        <a:pt x="897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995" name="Google Shape;995;p28"/>
              <p:cNvSpPr/>
              <p:nvPr/>
            </p:nvSpPr>
            <p:spPr>
              <a:xfrm>
                <a:off x="1378836" y="1601232"/>
                <a:ext cx="271310" cy="439366"/>
              </a:xfrm>
              <a:custGeom>
                <a:avLst/>
                <a:gdLst/>
                <a:ahLst/>
                <a:cxnLst/>
                <a:rect l="l" t="t" r="r" b="b"/>
                <a:pathLst>
                  <a:path w="3048" h="4936" extrusionOk="0">
                    <a:moveTo>
                      <a:pt x="1312" y="1"/>
                    </a:moveTo>
                    <a:cubicBezTo>
                      <a:pt x="1312" y="1"/>
                      <a:pt x="1274" y="1498"/>
                      <a:pt x="0" y="2171"/>
                    </a:cubicBezTo>
                    <a:cubicBezTo>
                      <a:pt x="0" y="2171"/>
                      <a:pt x="19" y="3467"/>
                      <a:pt x="903" y="4935"/>
                    </a:cubicBezTo>
                    <a:lnTo>
                      <a:pt x="2142" y="4935"/>
                    </a:lnTo>
                    <a:cubicBezTo>
                      <a:pt x="3026" y="3463"/>
                      <a:pt x="3048" y="2171"/>
                      <a:pt x="3048" y="2171"/>
                    </a:cubicBezTo>
                    <a:cubicBezTo>
                      <a:pt x="1774" y="1501"/>
                      <a:pt x="1746" y="1"/>
                      <a:pt x="1746" y="1"/>
                    </a:cubicBezTo>
                    <a:lnTo>
                      <a:pt x="1617" y="1"/>
                    </a:lnTo>
                    <a:lnTo>
                      <a:pt x="1617" y="2375"/>
                    </a:lnTo>
                    <a:cubicBezTo>
                      <a:pt x="1761" y="2407"/>
                      <a:pt x="1871" y="2514"/>
                      <a:pt x="1909" y="2646"/>
                    </a:cubicBezTo>
                    <a:cubicBezTo>
                      <a:pt x="1956" y="2844"/>
                      <a:pt x="1824" y="3039"/>
                      <a:pt x="1617" y="3086"/>
                    </a:cubicBezTo>
                    <a:cubicBezTo>
                      <a:pt x="1587" y="3093"/>
                      <a:pt x="1556" y="3096"/>
                      <a:pt x="1527" y="3096"/>
                    </a:cubicBezTo>
                    <a:cubicBezTo>
                      <a:pt x="1351" y="3096"/>
                      <a:pt x="1188" y="2982"/>
                      <a:pt x="1148" y="2816"/>
                    </a:cubicBezTo>
                    <a:cubicBezTo>
                      <a:pt x="1101" y="2617"/>
                      <a:pt x="1233" y="2422"/>
                      <a:pt x="1441" y="2375"/>
                    </a:cubicBezTo>
                    <a:lnTo>
                      <a:pt x="144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6" name="Google Shape;996;p28"/>
              <p:cNvSpPr/>
              <p:nvPr/>
            </p:nvSpPr>
            <p:spPr>
              <a:xfrm>
                <a:off x="1434824" y="2032403"/>
                <a:ext cx="152033" cy="63911"/>
              </a:xfrm>
              <a:custGeom>
                <a:avLst/>
                <a:gdLst/>
                <a:ahLst/>
                <a:cxnLst/>
                <a:rect l="l" t="t" r="r" b="b"/>
                <a:pathLst>
                  <a:path w="1708" h="718" extrusionOk="0">
                    <a:moveTo>
                      <a:pt x="0" y="0"/>
                    </a:moveTo>
                    <a:lnTo>
                      <a:pt x="0" y="717"/>
                    </a:lnTo>
                    <a:lnTo>
                      <a:pt x="1708" y="717"/>
                    </a:lnTo>
                    <a:lnTo>
                      <a:pt x="170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7" name="Google Shape;997;p28"/>
              <p:cNvSpPr/>
              <p:nvPr/>
            </p:nvSpPr>
            <p:spPr>
              <a:xfrm>
                <a:off x="1153459" y="1580760"/>
                <a:ext cx="719310" cy="363794"/>
              </a:xfrm>
              <a:custGeom>
                <a:avLst/>
                <a:gdLst/>
                <a:ahLst/>
                <a:cxnLst/>
                <a:rect l="l" t="t" r="r" b="b"/>
                <a:pathLst>
                  <a:path w="8081" h="4087" extrusionOk="0">
                    <a:moveTo>
                      <a:pt x="4053" y="1"/>
                    </a:moveTo>
                    <a:cubicBezTo>
                      <a:pt x="4033" y="1"/>
                      <a:pt x="4014" y="1"/>
                      <a:pt x="3995" y="1"/>
                    </a:cubicBezTo>
                    <a:cubicBezTo>
                      <a:pt x="1774" y="32"/>
                      <a:pt x="0" y="1863"/>
                      <a:pt x="32" y="4083"/>
                    </a:cubicBezTo>
                    <a:lnTo>
                      <a:pt x="151" y="4083"/>
                    </a:lnTo>
                    <a:lnTo>
                      <a:pt x="151" y="3964"/>
                    </a:lnTo>
                    <a:cubicBezTo>
                      <a:pt x="185" y="1831"/>
                      <a:pt x="1928" y="120"/>
                      <a:pt x="4054" y="120"/>
                    </a:cubicBezTo>
                    <a:cubicBezTo>
                      <a:pt x="4075" y="120"/>
                      <a:pt x="4096" y="120"/>
                      <a:pt x="4117" y="120"/>
                    </a:cubicBezTo>
                    <a:cubicBezTo>
                      <a:pt x="6272" y="155"/>
                      <a:pt x="7995" y="1929"/>
                      <a:pt x="7964" y="4087"/>
                    </a:cubicBezTo>
                    <a:lnTo>
                      <a:pt x="8080" y="4087"/>
                    </a:lnTo>
                    <a:cubicBezTo>
                      <a:pt x="8080" y="4049"/>
                      <a:pt x="8080" y="4008"/>
                      <a:pt x="8077" y="3964"/>
                    </a:cubicBezTo>
                    <a:cubicBezTo>
                      <a:pt x="8046" y="1763"/>
                      <a:pt x="6250" y="1"/>
                      <a:pt x="405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8" name="Google Shape;998;p28"/>
              <p:cNvSpPr/>
              <p:nvPr/>
            </p:nvSpPr>
            <p:spPr>
              <a:xfrm>
                <a:off x="1155685" y="1585032"/>
                <a:ext cx="710587" cy="8189"/>
              </a:xfrm>
              <a:custGeom>
                <a:avLst/>
                <a:gdLst/>
                <a:ahLst/>
                <a:cxnLst/>
                <a:rect l="l" t="t" r="r" b="b"/>
                <a:pathLst>
                  <a:path w="7983" h="92" extrusionOk="0">
                    <a:moveTo>
                      <a:pt x="0" y="0"/>
                    </a:moveTo>
                    <a:lnTo>
                      <a:pt x="0" y="91"/>
                    </a:lnTo>
                    <a:lnTo>
                      <a:pt x="7983" y="91"/>
                    </a:lnTo>
                    <a:lnTo>
                      <a:pt x="798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9" name="Google Shape;999;p28"/>
              <p:cNvSpPr/>
              <p:nvPr/>
            </p:nvSpPr>
            <p:spPr>
              <a:xfrm>
                <a:off x="1123463" y="1912594"/>
                <a:ext cx="71744" cy="71744"/>
              </a:xfrm>
              <a:custGeom>
                <a:avLst/>
                <a:gdLst/>
                <a:ahLst/>
                <a:cxnLst/>
                <a:rect l="l" t="t" r="r" b="b"/>
                <a:pathLst>
                  <a:path w="806" h="806" extrusionOk="0">
                    <a:moveTo>
                      <a:pt x="1" y="0"/>
                    </a:moveTo>
                    <a:lnTo>
                      <a:pt x="1" y="805"/>
                    </a:lnTo>
                    <a:lnTo>
                      <a:pt x="806" y="805"/>
                    </a:lnTo>
                    <a:lnTo>
                      <a:pt x="806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0" name="Google Shape;1000;p28"/>
              <p:cNvSpPr/>
              <p:nvPr/>
            </p:nvSpPr>
            <p:spPr>
              <a:xfrm>
                <a:off x="1115630" y="1904672"/>
                <a:ext cx="88033" cy="87766"/>
              </a:xfrm>
              <a:custGeom>
                <a:avLst/>
                <a:gdLst/>
                <a:ahLst/>
                <a:cxnLst/>
                <a:rect l="l" t="t" r="r" b="b"/>
                <a:pathLst>
                  <a:path w="989" h="986" extrusionOk="0">
                    <a:moveTo>
                      <a:pt x="897" y="86"/>
                    </a:moveTo>
                    <a:lnTo>
                      <a:pt x="897" y="806"/>
                    </a:lnTo>
                    <a:lnTo>
                      <a:pt x="180" y="806"/>
                    </a:lnTo>
                    <a:lnTo>
                      <a:pt x="180" y="86"/>
                    </a:lnTo>
                    <a:close/>
                    <a:moveTo>
                      <a:pt x="1" y="1"/>
                    </a:moveTo>
                    <a:lnTo>
                      <a:pt x="1" y="985"/>
                    </a:lnTo>
                    <a:lnTo>
                      <a:pt x="988" y="985"/>
                    </a:lnTo>
                    <a:lnTo>
                      <a:pt x="98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1" name="Google Shape;1001;p28"/>
              <p:cNvSpPr/>
              <p:nvPr/>
            </p:nvSpPr>
            <p:spPr>
              <a:xfrm>
                <a:off x="1123463" y="1553344"/>
                <a:ext cx="71744" cy="71744"/>
              </a:xfrm>
              <a:custGeom>
                <a:avLst/>
                <a:gdLst/>
                <a:ahLst/>
                <a:cxnLst/>
                <a:rect l="l" t="t" r="r" b="b"/>
                <a:pathLst>
                  <a:path w="806" h="806" extrusionOk="0">
                    <a:moveTo>
                      <a:pt x="1" y="1"/>
                    </a:moveTo>
                    <a:lnTo>
                      <a:pt x="1" y="806"/>
                    </a:lnTo>
                    <a:lnTo>
                      <a:pt x="806" y="806"/>
                    </a:lnTo>
                    <a:lnTo>
                      <a:pt x="806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2" name="Google Shape;1002;p28"/>
              <p:cNvSpPr/>
              <p:nvPr/>
            </p:nvSpPr>
            <p:spPr>
              <a:xfrm>
                <a:off x="1115630" y="1553077"/>
                <a:ext cx="88033" cy="79844"/>
              </a:xfrm>
              <a:custGeom>
                <a:avLst/>
                <a:gdLst/>
                <a:ahLst/>
                <a:cxnLst/>
                <a:rect l="l" t="t" r="r" b="b"/>
                <a:pathLst>
                  <a:path w="989" h="897" extrusionOk="0">
                    <a:moveTo>
                      <a:pt x="897" y="89"/>
                    </a:moveTo>
                    <a:lnTo>
                      <a:pt x="897" y="809"/>
                    </a:lnTo>
                    <a:lnTo>
                      <a:pt x="180" y="809"/>
                    </a:lnTo>
                    <a:lnTo>
                      <a:pt x="180" y="89"/>
                    </a:lnTo>
                    <a:close/>
                    <a:moveTo>
                      <a:pt x="1" y="1"/>
                    </a:moveTo>
                    <a:lnTo>
                      <a:pt x="1" y="897"/>
                    </a:lnTo>
                    <a:lnTo>
                      <a:pt x="988" y="897"/>
                    </a:lnTo>
                    <a:lnTo>
                      <a:pt x="98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3" name="Google Shape;1003;p28"/>
              <p:cNvSpPr/>
              <p:nvPr/>
            </p:nvSpPr>
            <p:spPr>
              <a:xfrm>
                <a:off x="1834306" y="1912594"/>
                <a:ext cx="71744" cy="71744"/>
              </a:xfrm>
              <a:custGeom>
                <a:avLst/>
                <a:gdLst/>
                <a:ahLst/>
                <a:cxnLst/>
                <a:rect l="l" t="t" r="r" b="b"/>
                <a:pathLst>
                  <a:path w="806" h="806" extrusionOk="0">
                    <a:moveTo>
                      <a:pt x="0" y="0"/>
                    </a:moveTo>
                    <a:lnTo>
                      <a:pt x="0" y="805"/>
                    </a:lnTo>
                    <a:lnTo>
                      <a:pt x="806" y="805"/>
                    </a:lnTo>
                    <a:lnTo>
                      <a:pt x="806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4" name="Google Shape;1004;p28"/>
              <p:cNvSpPr/>
              <p:nvPr/>
            </p:nvSpPr>
            <p:spPr>
              <a:xfrm>
                <a:off x="1826473" y="1904672"/>
                <a:ext cx="87944" cy="87766"/>
              </a:xfrm>
              <a:custGeom>
                <a:avLst/>
                <a:gdLst/>
                <a:ahLst/>
                <a:cxnLst/>
                <a:rect l="l" t="t" r="r" b="b"/>
                <a:pathLst>
                  <a:path w="988" h="986" extrusionOk="0">
                    <a:moveTo>
                      <a:pt x="805" y="86"/>
                    </a:moveTo>
                    <a:lnTo>
                      <a:pt x="805" y="806"/>
                    </a:lnTo>
                    <a:lnTo>
                      <a:pt x="88" y="806"/>
                    </a:lnTo>
                    <a:lnTo>
                      <a:pt x="88" y="86"/>
                    </a:lnTo>
                    <a:close/>
                    <a:moveTo>
                      <a:pt x="0" y="1"/>
                    </a:moveTo>
                    <a:lnTo>
                      <a:pt x="0" y="985"/>
                    </a:lnTo>
                    <a:lnTo>
                      <a:pt x="985" y="985"/>
                    </a:lnTo>
                    <a:lnTo>
                      <a:pt x="98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5" name="Google Shape;1005;p28"/>
              <p:cNvSpPr/>
              <p:nvPr/>
            </p:nvSpPr>
            <p:spPr>
              <a:xfrm>
                <a:off x="1834306" y="1553344"/>
                <a:ext cx="71744" cy="71744"/>
              </a:xfrm>
              <a:custGeom>
                <a:avLst/>
                <a:gdLst/>
                <a:ahLst/>
                <a:cxnLst/>
                <a:rect l="l" t="t" r="r" b="b"/>
                <a:pathLst>
                  <a:path w="806" h="806" extrusionOk="0">
                    <a:moveTo>
                      <a:pt x="0" y="1"/>
                    </a:moveTo>
                    <a:lnTo>
                      <a:pt x="0" y="806"/>
                    </a:lnTo>
                    <a:lnTo>
                      <a:pt x="806" y="806"/>
                    </a:lnTo>
                    <a:lnTo>
                      <a:pt x="806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6" name="Google Shape;1006;p28"/>
              <p:cNvSpPr/>
              <p:nvPr/>
            </p:nvSpPr>
            <p:spPr>
              <a:xfrm>
                <a:off x="1826473" y="1553077"/>
                <a:ext cx="87944" cy="79844"/>
              </a:xfrm>
              <a:custGeom>
                <a:avLst/>
                <a:gdLst/>
                <a:ahLst/>
                <a:cxnLst/>
                <a:rect l="l" t="t" r="r" b="b"/>
                <a:pathLst>
                  <a:path w="988" h="897" extrusionOk="0">
                    <a:moveTo>
                      <a:pt x="805" y="89"/>
                    </a:moveTo>
                    <a:lnTo>
                      <a:pt x="805" y="809"/>
                    </a:lnTo>
                    <a:lnTo>
                      <a:pt x="88" y="809"/>
                    </a:lnTo>
                    <a:lnTo>
                      <a:pt x="88" y="89"/>
                    </a:lnTo>
                    <a:close/>
                    <a:moveTo>
                      <a:pt x="0" y="1"/>
                    </a:moveTo>
                    <a:lnTo>
                      <a:pt x="0" y="897"/>
                    </a:lnTo>
                    <a:lnTo>
                      <a:pt x="985" y="897"/>
                    </a:lnTo>
                    <a:lnTo>
                      <a:pt x="98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007" name="Google Shape;1007;p28"/>
              <p:cNvGrpSpPr/>
              <p:nvPr/>
            </p:nvGrpSpPr>
            <p:grpSpPr>
              <a:xfrm>
                <a:off x="2078034" y="2040749"/>
                <a:ext cx="1536479" cy="1541019"/>
                <a:chOff x="2385102" y="790772"/>
                <a:chExt cx="2070447" cy="2076565"/>
              </a:xfrm>
            </p:grpSpPr>
            <p:sp>
              <p:nvSpPr>
                <p:cNvPr id="1008" name="Google Shape;1008;p28"/>
                <p:cNvSpPr/>
                <p:nvPr/>
              </p:nvSpPr>
              <p:spPr>
                <a:xfrm>
                  <a:off x="2497606" y="800967"/>
                  <a:ext cx="11035" cy="20553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" h="17136" extrusionOk="0">
                      <a:moveTo>
                        <a:pt x="0" y="0"/>
                      </a:moveTo>
                      <a:lnTo>
                        <a:pt x="0" y="17136"/>
                      </a:lnTo>
                      <a:lnTo>
                        <a:pt x="91" y="17136"/>
                      </a:lnTo>
                      <a:lnTo>
                        <a:pt x="91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09" name="Google Shape;1009;p28"/>
                <p:cNvSpPr/>
                <p:nvPr/>
              </p:nvSpPr>
              <p:spPr>
                <a:xfrm>
                  <a:off x="2637576" y="800967"/>
                  <a:ext cx="10675" cy="20553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" h="17136" extrusionOk="0">
                      <a:moveTo>
                        <a:pt x="0" y="0"/>
                      </a:moveTo>
                      <a:lnTo>
                        <a:pt x="0" y="17136"/>
                      </a:lnTo>
                      <a:lnTo>
                        <a:pt x="88" y="17136"/>
                      </a:lnTo>
                      <a:lnTo>
                        <a:pt x="88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10" name="Google Shape;1010;p28"/>
                <p:cNvSpPr/>
                <p:nvPr/>
              </p:nvSpPr>
              <p:spPr>
                <a:xfrm>
                  <a:off x="2766511" y="800967"/>
                  <a:ext cx="11035" cy="20553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" h="17136" extrusionOk="0">
                      <a:moveTo>
                        <a:pt x="1" y="0"/>
                      </a:moveTo>
                      <a:lnTo>
                        <a:pt x="1" y="17136"/>
                      </a:lnTo>
                      <a:lnTo>
                        <a:pt x="92" y="17136"/>
                      </a:lnTo>
                      <a:lnTo>
                        <a:pt x="92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11" name="Google Shape;1011;p28"/>
                <p:cNvSpPr/>
                <p:nvPr/>
              </p:nvSpPr>
              <p:spPr>
                <a:xfrm>
                  <a:off x="2895927" y="800967"/>
                  <a:ext cx="10675" cy="20553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" h="17136" extrusionOk="0">
                      <a:moveTo>
                        <a:pt x="0" y="0"/>
                      </a:moveTo>
                      <a:lnTo>
                        <a:pt x="0" y="17136"/>
                      </a:lnTo>
                      <a:lnTo>
                        <a:pt x="89" y="17136"/>
                      </a:lnTo>
                      <a:lnTo>
                        <a:pt x="8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12" name="Google Shape;1012;p28"/>
                <p:cNvSpPr/>
                <p:nvPr/>
              </p:nvSpPr>
              <p:spPr>
                <a:xfrm>
                  <a:off x="3282973" y="800967"/>
                  <a:ext cx="10675" cy="20553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" h="17136" extrusionOk="0">
                      <a:moveTo>
                        <a:pt x="0" y="0"/>
                      </a:moveTo>
                      <a:lnTo>
                        <a:pt x="0" y="17136"/>
                      </a:lnTo>
                      <a:lnTo>
                        <a:pt x="89" y="17136"/>
                      </a:lnTo>
                      <a:lnTo>
                        <a:pt x="8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13" name="Google Shape;1013;p28"/>
                <p:cNvSpPr/>
                <p:nvPr/>
              </p:nvSpPr>
              <p:spPr>
                <a:xfrm>
                  <a:off x="3412029" y="800967"/>
                  <a:ext cx="11035" cy="20553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" h="17136" extrusionOk="0">
                      <a:moveTo>
                        <a:pt x="0" y="0"/>
                      </a:moveTo>
                      <a:lnTo>
                        <a:pt x="0" y="17136"/>
                      </a:lnTo>
                      <a:lnTo>
                        <a:pt x="91" y="17136"/>
                      </a:lnTo>
                      <a:lnTo>
                        <a:pt x="91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14" name="Google Shape;1014;p28"/>
                <p:cNvSpPr/>
                <p:nvPr/>
              </p:nvSpPr>
              <p:spPr>
                <a:xfrm>
                  <a:off x="3541324" y="800967"/>
                  <a:ext cx="10795" cy="20553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" h="17136" extrusionOk="0">
                      <a:moveTo>
                        <a:pt x="1" y="0"/>
                      </a:moveTo>
                      <a:lnTo>
                        <a:pt x="1" y="17136"/>
                      </a:lnTo>
                      <a:lnTo>
                        <a:pt x="89" y="17136"/>
                      </a:lnTo>
                      <a:lnTo>
                        <a:pt x="8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15" name="Google Shape;1015;p28"/>
                <p:cNvSpPr/>
                <p:nvPr/>
              </p:nvSpPr>
              <p:spPr>
                <a:xfrm>
                  <a:off x="3680934" y="800967"/>
                  <a:ext cx="11035" cy="20553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" h="17136" extrusionOk="0">
                      <a:moveTo>
                        <a:pt x="1" y="0"/>
                      </a:moveTo>
                      <a:lnTo>
                        <a:pt x="1" y="17136"/>
                      </a:lnTo>
                      <a:lnTo>
                        <a:pt x="92" y="17136"/>
                      </a:lnTo>
                      <a:lnTo>
                        <a:pt x="92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16" name="Google Shape;1016;p28"/>
                <p:cNvSpPr/>
                <p:nvPr/>
              </p:nvSpPr>
              <p:spPr>
                <a:xfrm>
                  <a:off x="3809990" y="800967"/>
                  <a:ext cx="11035" cy="20553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" h="17136" extrusionOk="0">
                      <a:moveTo>
                        <a:pt x="0" y="0"/>
                      </a:moveTo>
                      <a:lnTo>
                        <a:pt x="0" y="17136"/>
                      </a:lnTo>
                      <a:lnTo>
                        <a:pt x="92" y="17136"/>
                      </a:lnTo>
                      <a:lnTo>
                        <a:pt x="92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17" name="Google Shape;1017;p28"/>
                <p:cNvSpPr/>
                <p:nvPr/>
              </p:nvSpPr>
              <p:spPr>
                <a:xfrm>
                  <a:off x="3939405" y="800967"/>
                  <a:ext cx="11035" cy="20553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" h="17136" extrusionOk="0">
                      <a:moveTo>
                        <a:pt x="0" y="0"/>
                      </a:moveTo>
                      <a:lnTo>
                        <a:pt x="0" y="17136"/>
                      </a:lnTo>
                      <a:lnTo>
                        <a:pt x="91" y="17136"/>
                      </a:lnTo>
                      <a:lnTo>
                        <a:pt x="91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18" name="Google Shape;1018;p28"/>
                <p:cNvSpPr/>
                <p:nvPr/>
              </p:nvSpPr>
              <p:spPr>
                <a:xfrm>
                  <a:off x="4326452" y="800967"/>
                  <a:ext cx="11035" cy="20553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" h="17136" extrusionOk="0">
                      <a:moveTo>
                        <a:pt x="0" y="0"/>
                      </a:moveTo>
                      <a:lnTo>
                        <a:pt x="0" y="17136"/>
                      </a:lnTo>
                      <a:lnTo>
                        <a:pt x="91" y="17136"/>
                      </a:lnTo>
                      <a:lnTo>
                        <a:pt x="91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19" name="Google Shape;1019;p28"/>
                <p:cNvSpPr/>
                <p:nvPr/>
              </p:nvSpPr>
              <p:spPr>
                <a:xfrm>
                  <a:off x="2389660" y="908434"/>
                  <a:ext cx="2055335" cy="111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36" h="93" extrusionOk="0">
                      <a:moveTo>
                        <a:pt x="1" y="1"/>
                      </a:moveTo>
                      <a:lnTo>
                        <a:pt x="1" y="92"/>
                      </a:lnTo>
                      <a:lnTo>
                        <a:pt x="17136" y="92"/>
                      </a:lnTo>
                      <a:lnTo>
                        <a:pt x="17136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20" name="Google Shape;1020;p28"/>
                <p:cNvSpPr/>
                <p:nvPr/>
              </p:nvSpPr>
              <p:spPr>
                <a:xfrm>
                  <a:off x="2389660" y="1037851"/>
                  <a:ext cx="2055335" cy="10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36" h="89" extrusionOk="0">
                      <a:moveTo>
                        <a:pt x="1" y="1"/>
                      </a:moveTo>
                      <a:lnTo>
                        <a:pt x="1" y="89"/>
                      </a:lnTo>
                      <a:lnTo>
                        <a:pt x="17136" y="89"/>
                      </a:lnTo>
                      <a:lnTo>
                        <a:pt x="17136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21" name="Google Shape;1021;p28"/>
                <p:cNvSpPr/>
                <p:nvPr/>
              </p:nvSpPr>
              <p:spPr>
                <a:xfrm>
                  <a:off x="2389660" y="1177462"/>
                  <a:ext cx="2055335" cy="10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36" h="89" extrusionOk="0">
                      <a:moveTo>
                        <a:pt x="1" y="0"/>
                      </a:moveTo>
                      <a:lnTo>
                        <a:pt x="1" y="88"/>
                      </a:lnTo>
                      <a:lnTo>
                        <a:pt x="17136" y="88"/>
                      </a:lnTo>
                      <a:lnTo>
                        <a:pt x="17136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22" name="Google Shape;1022;p28"/>
                <p:cNvSpPr/>
                <p:nvPr/>
              </p:nvSpPr>
              <p:spPr>
                <a:xfrm>
                  <a:off x="2389660" y="1306518"/>
                  <a:ext cx="2055335" cy="110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36" h="92" extrusionOk="0">
                      <a:moveTo>
                        <a:pt x="1" y="0"/>
                      </a:moveTo>
                      <a:lnTo>
                        <a:pt x="1" y="91"/>
                      </a:lnTo>
                      <a:lnTo>
                        <a:pt x="17136" y="91"/>
                      </a:lnTo>
                      <a:lnTo>
                        <a:pt x="17136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23" name="Google Shape;1023;p28"/>
                <p:cNvSpPr/>
                <p:nvPr/>
              </p:nvSpPr>
              <p:spPr>
                <a:xfrm>
                  <a:off x="2389660" y="1822863"/>
                  <a:ext cx="2055335" cy="111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36" h="93" extrusionOk="0">
                      <a:moveTo>
                        <a:pt x="1" y="1"/>
                      </a:moveTo>
                      <a:lnTo>
                        <a:pt x="1" y="92"/>
                      </a:lnTo>
                      <a:lnTo>
                        <a:pt x="17136" y="92"/>
                      </a:lnTo>
                      <a:lnTo>
                        <a:pt x="17136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24" name="Google Shape;1024;p28"/>
                <p:cNvSpPr/>
                <p:nvPr/>
              </p:nvSpPr>
              <p:spPr>
                <a:xfrm>
                  <a:off x="2389660" y="1952279"/>
                  <a:ext cx="2055335" cy="10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36" h="89" extrusionOk="0">
                      <a:moveTo>
                        <a:pt x="1" y="1"/>
                      </a:moveTo>
                      <a:lnTo>
                        <a:pt x="1" y="89"/>
                      </a:lnTo>
                      <a:lnTo>
                        <a:pt x="17136" y="89"/>
                      </a:lnTo>
                      <a:lnTo>
                        <a:pt x="17136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25" name="Google Shape;1025;p28"/>
                <p:cNvSpPr/>
                <p:nvPr/>
              </p:nvSpPr>
              <p:spPr>
                <a:xfrm>
                  <a:off x="2389660" y="2081336"/>
                  <a:ext cx="2055335" cy="110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36" h="92" extrusionOk="0">
                      <a:moveTo>
                        <a:pt x="1" y="0"/>
                      </a:moveTo>
                      <a:lnTo>
                        <a:pt x="1" y="92"/>
                      </a:lnTo>
                      <a:lnTo>
                        <a:pt x="17136" y="92"/>
                      </a:lnTo>
                      <a:lnTo>
                        <a:pt x="17136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26" name="Google Shape;1026;p28"/>
                <p:cNvSpPr/>
                <p:nvPr/>
              </p:nvSpPr>
              <p:spPr>
                <a:xfrm>
                  <a:off x="2389660" y="2220947"/>
                  <a:ext cx="2055335" cy="110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36" h="92" extrusionOk="0">
                      <a:moveTo>
                        <a:pt x="1" y="0"/>
                      </a:moveTo>
                      <a:lnTo>
                        <a:pt x="1" y="91"/>
                      </a:lnTo>
                      <a:lnTo>
                        <a:pt x="17136" y="91"/>
                      </a:lnTo>
                      <a:lnTo>
                        <a:pt x="17136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27" name="Google Shape;1027;p28"/>
                <p:cNvSpPr/>
                <p:nvPr/>
              </p:nvSpPr>
              <p:spPr>
                <a:xfrm>
                  <a:off x="2389660" y="2349883"/>
                  <a:ext cx="2055335" cy="110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36" h="92" extrusionOk="0">
                      <a:moveTo>
                        <a:pt x="1" y="1"/>
                      </a:moveTo>
                      <a:lnTo>
                        <a:pt x="1" y="92"/>
                      </a:lnTo>
                      <a:lnTo>
                        <a:pt x="17136" y="92"/>
                      </a:lnTo>
                      <a:lnTo>
                        <a:pt x="17136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28" name="Google Shape;1028;p28"/>
                <p:cNvSpPr/>
                <p:nvPr/>
              </p:nvSpPr>
              <p:spPr>
                <a:xfrm>
                  <a:off x="2389660" y="2479299"/>
                  <a:ext cx="2055335" cy="110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36" h="92" extrusionOk="0">
                      <a:moveTo>
                        <a:pt x="1" y="1"/>
                      </a:moveTo>
                      <a:lnTo>
                        <a:pt x="1" y="92"/>
                      </a:lnTo>
                      <a:lnTo>
                        <a:pt x="17136" y="92"/>
                      </a:lnTo>
                      <a:lnTo>
                        <a:pt x="17136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29" name="Google Shape;1029;p28"/>
                <p:cNvSpPr/>
                <p:nvPr/>
              </p:nvSpPr>
              <p:spPr>
                <a:xfrm>
                  <a:off x="2389660" y="799888"/>
                  <a:ext cx="2059892" cy="20590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74" h="17167" extrusionOk="0">
                      <a:moveTo>
                        <a:pt x="17173" y="6"/>
                      </a:moveTo>
                      <a:lnTo>
                        <a:pt x="17173" y="6"/>
                      </a:lnTo>
                      <a:cubicBezTo>
                        <a:pt x="17173" y="6"/>
                        <a:pt x="17173" y="6"/>
                        <a:pt x="17173" y="6"/>
                      </a:cubicBezTo>
                      <a:lnTo>
                        <a:pt x="17173" y="6"/>
                      </a:lnTo>
                      <a:lnTo>
                        <a:pt x="17174" y="6"/>
                      </a:lnTo>
                      <a:cubicBezTo>
                        <a:pt x="17174" y="6"/>
                        <a:pt x="17173" y="6"/>
                        <a:pt x="17173" y="6"/>
                      </a:cubicBezTo>
                      <a:close/>
                      <a:moveTo>
                        <a:pt x="48" y="0"/>
                      </a:moveTo>
                      <a:lnTo>
                        <a:pt x="41" y="6"/>
                      </a:lnTo>
                      <a:lnTo>
                        <a:pt x="41" y="6"/>
                      </a:lnTo>
                      <a:cubicBezTo>
                        <a:pt x="25" y="6"/>
                        <a:pt x="16" y="6"/>
                        <a:pt x="16" y="6"/>
                      </a:cubicBezTo>
                      <a:lnTo>
                        <a:pt x="1" y="6"/>
                      </a:lnTo>
                      <a:lnTo>
                        <a:pt x="1" y="22"/>
                      </a:lnTo>
                      <a:cubicBezTo>
                        <a:pt x="10" y="25"/>
                        <a:pt x="7" y="17167"/>
                        <a:pt x="10" y="17167"/>
                      </a:cubicBezTo>
                      <a:cubicBezTo>
                        <a:pt x="13" y="17164"/>
                        <a:pt x="17133" y="17160"/>
                        <a:pt x="17136" y="17160"/>
                      </a:cubicBezTo>
                      <a:cubicBezTo>
                        <a:pt x="17136" y="17160"/>
                        <a:pt x="17136" y="17156"/>
                        <a:pt x="17136" y="17148"/>
                      </a:cubicBezTo>
                      <a:lnTo>
                        <a:pt x="17136" y="17148"/>
                      </a:lnTo>
                      <a:lnTo>
                        <a:pt x="32" y="17141"/>
                      </a:lnTo>
                      <a:lnTo>
                        <a:pt x="32" y="17141"/>
                      </a:lnTo>
                      <a:cubicBezTo>
                        <a:pt x="47" y="17108"/>
                        <a:pt x="48" y="597"/>
                        <a:pt x="48" y="16"/>
                      </a:cubicBezTo>
                      <a:lnTo>
                        <a:pt x="48" y="16"/>
                      </a:lnTo>
                      <a:lnTo>
                        <a:pt x="8592" y="11"/>
                      </a:lnTo>
                      <a:lnTo>
                        <a:pt x="8592" y="11"/>
                      </a:lnTo>
                      <a:cubicBezTo>
                        <a:pt x="12868" y="13"/>
                        <a:pt x="17141" y="16"/>
                        <a:pt x="17142" y="16"/>
                      </a:cubicBezTo>
                      <a:cubicBezTo>
                        <a:pt x="17151" y="16"/>
                        <a:pt x="17133" y="16625"/>
                        <a:pt x="17136" y="17148"/>
                      </a:cubicBezTo>
                      <a:lnTo>
                        <a:pt x="17136" y="17148"/>
                      </a:lnTo>
                      <a:lnTo>
                        <a:pt x="17174" y="17148"/>
                      </a:lnTo>
                      <a:cubicBezTo>
                        <a:pt x="17174" y="17148"/>
                        <a:pt x="17158" y="38"/>
                        <a:pt x="17173" y="6"/>
                      </a:cubicBezTo>
                      <a:lnTo>
                        <a:pt x="17173" y="6"/>
                      </a:lnTo>
                      <a:lnTo>
                        <a:pt x="8592" y="11"/>
                      </a:lnTo>
                      <a:lnTo>
                        <a:pt x="8592" y="11"/>
                      </a:lnTo>
                      <a:cubicBezTo>
                        <a:pt x="4520" y="9"/>
                        <a:pt x="444" y="7"/>
                        <a:pt x="48" y="6"/>
                      </a:cubicBezTo>
                      <a:lnTo>
                        <a:pt x="48" y="6"/>
                      </a:lnTo>
                      <a:cubicBezTo>
                        <a:pt x="48" y="2"/>
                        <a:pt x="48" y="0"/>
                        <a:pt x="48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30" name="Google Shape;1030;p28"/>
                <p:cNvSpPr/>
                <p:nvPr/>
              </p:nvSpPr>
              <p:spPr>
                <a:xfrm>
                  <a:off x="2385102" y="790772"/>
                  <a:ext cx="2070447" cy="20765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62" h="17313" extrusionOk="0">
                      <a:moveTo>
                        <a:pt x="16135" y="82"/>
                      </a:moveTo>
                      <a:lnTo>
                        <a:pt x="17192" y="89"/>
                      </a:lnTo>
                      <a:lnTo>
                        <a:pt x="17192" y="89"/>
                      </a:lnTo>
                      <a:cubicBezTo>
                        <a:pt x="17192" y="86"/>
                        <a:pt x="17192" y="84"/>
                        <a:pt x="17193" y="82"/>
                      </a:cubicBezTo>
                      <a:close/>
                      <a:moveTo>
                        <a:pt x="23" y="1"/>
                      </a:moveTo>
                      <a:cubicBezTo>
                        <a:pt x="17" y="79"/>
                        <a:pt x="10" y="85"/>
                        <a:pt x="10" y="95"/>
                      </a:cubicBezTo>
                      <a:lnTo>
                        <a:pt x="31" y="92"/>
                      </a:lnTo>
                      <a:lnTo>
                        <a:pt x="31" y="92"/>
                      </a:lnTo>
                      <a:lnTo>
                        <a:pt x="39" y="1"/>
                      </a:lnTo>
                      <a:close/>
                      <a:moveTo>
                        <a:pt x="84" y="114"/>
                      </a:moveTo>
                      <a:lnTo>
                        <a:pt x="63" y="156"/>
                      </a:lnTo>
                      <a:lnTo>
                        <a:pt x="63" y="156"/>
                      </a:lnTo>
                      <a:cubicBezTo>
                        <a:pt x="61" y="146"/>
                        <a:pt x="59" y="137"/>
                        <a:pt x="56" y="127"/>
                      </a:cubicBezTo>
                      <a:lnTo>
                        <a:pt x="56" y="127"/>
                      </a:lnTo>
                      <a:cubicBezTo>
                        <a:pt x="69" y="123"/>
                        <a:pt x="78" y="118"/>
                        <a:pt x="84" y="114"/>
                      </a:cubicBezTo>
                      <a:close/>
                      <a:moveTo>
                        <a:pt x="341" y="1"/>
                      </a:moveTo>
                      <a:cubicBezTo>
                        <a:pt x="341" y="1"/>
                        <a:pt x="142" y="51"/>
                        <a:pt x="48" y="57"/>
                      </a:cubicBezTo>
                      <a:lnTo>
                        <a:pt x="70" y="89"/>
                      </a:lnTo>
                      <a:lnTo>
                        <a:pt x="54" y="89"/>
                      </a:lnTo>
                      <a:lnTo>
                        <a:pt x="46" y="90"/>
                      </a:lnTo>
                      <a:lnTo>
                        <a:pt x="46" y="90"/>
                      </a:lnTo>
                      <a:cubicBezTo>
                        <a:pt x="44" y="82"/>
                        <a:pt x="41" y="74"/>
                        <a:pt x="39" y="67"/>
                      </a:cubicBezTo>
                      <a:lnTo>
                        <a:pt x="39" y="91"/>
                      </a:lnTo>
                      <a:lnTo>
                        <a:pt x="39" y="91"/>
                      </a:lnTo>
                      <a:lnTo>
                        <a:pt x="31" y="92"/>
                      </a:lnTo>
                      <a:lnTo>
                        <a:pt x="31" y="92"/>
                      </a:lnTo>
                      <a:lnTo>
                        <a:pt x="26" y="148"/>
                      </a:lnTo>
                      <a:cubicBezTo>
                        <a:pt x="7" y="315"/>
                        <a:pt x="39" y="648"/>
                        <a:pt x="39" y="648"/>
                      </a:cubicBezTo>
                      <a:lnTo>
                        <a:pt x="39" y="2271"/>
                      </a:lnTo>
                      <a:cubicBezTo>
                        <a:pt x="46" y="6075"/>
                        <a:pt x="50" y="10437"/>
                        <a:pt x="54" y="14436"/>
                      </a:cubicBezTo>
                      <a:lnTo>
                        <a:pt x="54" y="14436"/>
                      </a:lnTo>
                      <a:lnTo>
                        <a:pt x="130" y="2246"/>
                      </a:lnTo>
                      <a:lnTo>
                        <a:pt x="130" y="636"/>
                      </a:lnTo>
                      <a:cubicBezTo>
                        <a:pt x="130" y="636"/>
                        <a:pt x="110" y="371"/>
                        <a:pt x="67" y="174"/>
                      </a:cubicBezTo>
                      <a:lnTo>
                        <a:pt x="70" y="174"/>
                      </a:lnTo>
                      <a:lnTo>
                        <a:pt x="98" y="126"/>
                      </a:lnTo>
                      <a:cubicBezTo>
                        <a:pt x="326" y="132"/>
                        <a:pt x="603" y="134"/>
                        <a:pt x="892" y="134"/>
                      </a:cubicBezTo>
                      <a:cubicBezTo>
                        <a:pt x="1355" y="134"/>
                        <a:pt x="1847" y="129"/>
                        <a:pt x="2215" y="129"/>
                      </a:cubicBezTo>
                      <a:cubicBezTo>
                        <a:pt x="2558" y="129"/>
                        <a:pt x="2918" y="130"/>
                        <a:pt x="3292" y="130"/>
                      </a:cubicBezTo>
                      <a:cubicBezTo>
                        <a:pt x="6287" y="130"/>
                        <a:pt x="10177" y="127"/>
                        <a:pt x="12928" y="82"/>
                      </a:cubicBezTo>
                      <a:lnTo>
                        <a:pt x="16135" y="82"/>
                      </a:lnTo>
                      <a:lnTo>
                        <a:pt x="2218" y="1"/>
                      </a:lnTo>
                      <a:close/>
                      <a:moveTo>
                        <a:pt x="54" y="14436"/>
                      </a:moveTo>
                      <a:lnTo>
                        <a:pt x="39" y="16975"/>
                      </a:lnTo>
                      <a:lnTo>
                        <a:pt x="39" y="17044"/>
                      </a:lnTo>
                      <a:cubicBezTo>
                        <a:pt x="35" y="17101"/>
                        <a:pt x="29" y="17158"/>
                        <a:pt x="13" y="17217"/>
                      </a:cubicBezTo>
                      <a:lnTo>
                        <a:pt x="13" y="17217"/>
                      </a:lnTo>
                      <a:cubicBezTo>
                        <a:pt x="33" y="17217"/>
                        <a:pt x="52" y="17217"/>
                        <a:pt x="72" y="17217"/>
                      </a:cubicBezTo>
                      <a:lnTo>
                        <a:pt x="72" y="17217"/>
                      </a:lnTo>
                      <a:cubicBezTo>
                        <a:pt x="61" y="17149"/>
                        <a:pt x="55" y="17081"/>
                        <a:pt x="57" y="17010"/>
                      </a:cubicBezTo>
                      <a:cubicBezTo>
                        <a:pt x="56" y="16176"/>
                        <a:pt x="55" y="15315"/>
                        <a:pt x="54" y="14436"/>
                      </a:cubicBezTo>
                      <a:close/>
                      <a:moveTo>
                        <a:pt x="13" y="17217"/>
                      </a:moveTo>
                      <a:cubicBezTo>
                        <a:pt x="9" y="17217"/>
                        <a:pt x="5" y="17217"/>
                        <a:pt x="1" y="17217"/>
                      </a:cubicBezTo>
                      <a:lnTo>
                        <a:pt x="13" y="17217"/>
                      </a:lnTo>
                      <a:cubicBezTo>
                        <a:pt x="13" y="17217"/>
                        <a:pt x="13" y="17217"/>
                        <a:pt x="13" y="17217"/>
                      </a:cubicBezTo>
                      <a:close/>
                      <a:moveTo>
                        <a:pt x="17192" y="89"/>
                      </a:moveTo>
                      <a:cubicBezTo>
                        <a:pt x="17185" y="130"/>
                        <a:pt x="17174" y="166"/>
                        <a:pt x="17174" y="202"/>
                      </a:cubicBezTo>
                      <a:lnTo>
                        <a:pt x="17174" y="1133"/>
                      </a:lnTo>
                      <a:cubicBezTo>
                        <a:pt x="17193" y="5551"/>
                        <a:pt x="17158" y="12744"/>
                        <a:pt x="17193" y="17236"/>
                      </a:cubicBezTo>
                      <a:lnTo>
                        <a:pt x="17193" y="17236"/>
                      </a:lnTo>
                      <a:cubicBezTo>
                        <a:pt x="13729" y="17229"/>
                        <a:pt x="7421" y="17215"/>
                        <a:pt x="2870" y="17215"/>
                      </a:cubicBezTo>
                      <a:cubicBezTo>
                        <a:pt x="1827" y="17215"/>
                        <a:pt x="875" y="17216"/>
                        <a:pt x="72" y="17217"/>
                      </a:cubicBezTo>
                      <a:lnTo>
                        <a:pt x="72" y="17217"/>
                      </a:lnTo>
                      <a:cubicBezTo>
                        <a:pt x="77" y="17249"/>
                        <a:pt x="84" y="17280"/>
                        <a:pt x="92" y="17312"/>
                      </a:cubicBezTo>
                      <a:lnTo>
                        <a:pt x="101" y="17312"/>
                      </a:lnTo>
                      <a:cubicBezTo>
                        <a:pt x="324" y="17312"/>
                        <a:pt x="557" y="17312"/>
                        <a:pt x="802" y="17312"/>
                      </a:cubicBezTo>
                      <a:cubicBezTo>
                        <a:pt x="5251" y="17312"/>
                        <a:pt x="13178" y="17286"/>
                        <a:pt x="17224" y="17274"/>
                      </a:cubicBezTo>
                      <a:lnTo>
                        <a:pt x="17224" y="17271"/>
                      </a:lnTo>
                      <a:cubicBezTo>
                        <a:pt x="17240" y="12581"/>
                        <a:pt x="17262" y="5278"/>
                        <a:pt x="17262" y="652"/>
                      </a:cubicBezTo>
                      <a:lnTo>
                        <a:pt x="17262" y="318"/>
                      </a:lnTo>
                      <a:cubicBezTo>
                        <a:pt x="17262" y="243"/>
                        <a:pt x="17256" y="164"/>
                        <a:pt x="17243" y="89"/>
                      </a:cubicBezTo>
                      <a:lnTo>
                        <a:pt x="17205" y="89"/>
                      </a:lnTo>
                      <a:lnTo>
                        <a:pt x="17192" y="89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031" name="Google Shape;1031;p28"/>
              <p:cNvSpPr/>
              <p:nvPr/>
            </p:nvSpPr>
            <p:spPr>
              <a:xfrm>
                <a:off x="2073657" y="2043886"/>
                <a:ext cx="1541251" cy="1533418"/>
              </a:xfrm>
              <a:custGeom>
                <a:avLst/>
                <a:gdLst/>
                <a:ahLst/>
                <a:cxnLst/>
                <a:rect l="l" t="t" r="r" b="b"/>
                <a:pathLst>
                  <a:path w="17315" h="17227" extrusionOk="0">
                    <a:moveTo>
                      <a:pt x="102" y="75"/>
                    </a:moveTo>
                    <a:cubicBezTo>
                      <a:pt x="102" y="75"/>
                      <a:pt x="101" y="76"/>
                      <a:pt x="95" y="79"/>
                    </a:cubicBezTo>
                    <a:lnTo>
                      <a:pt x="95" y="77"/>
                    </a:lnTo>
                    <a:lnTo>
                      <a:pt x="95" y="77"/>
                    </a:lnTo>
                    <a:cubicBezTo>
                      <a:pt x="98" y="76"/>
                      <a:pt x="101" y="75"/>
                      <a:pt x="102" y="75"/>
                    </a:cubicBezTo>
                    <a:close/>
                    <a:moveTo>
                      <a:pt x="274" y="0"/>
                    </a:moveTo>
                    <a:lnTo>
                      <a:pt x="167" y="44"/>
                    </a:lnTo>
                    <a:cubicBezTo>
                      <a:pt x="164" y="45"/>
                      <a:pt x="162" y="46"/>
                      <a:pt x="159" y="48"/>
                    </a:cubicBezTo>
                    <a:lnTo>
                      <a:pt x="159" y="48"/>
                    </a:lnTo>
                    <a:cubicBezTo>
                      <a:pt x="146" y="47"/>
                      <a:pt x="133" y="47"/>
                      <a:pt x="120" y="47"/>
                    </a:cubicBezTo>
                    <a:lnTo>
                      <a:pt x="120" y="47"/>
                    </a:lnTo>
                    <a:lnTo>
                      <a:pt x="126" y="61"/>
                    </a:lnTo>
                    <a:lnTo>
                      <a:pt x="126" y="61"/>
                    </a:lnTo>
                    <a:cubicBezTo>
                      <a:pt x="111" y="68"/>
                      <a:pt x="101" y="72"/>
                      <a:pt x="95" y="75"/>
                    </a:cubicBezTo>
                    <a:lnTo>
                      <a:pt x="95" y="75"/>
                    </a:lnTo>
                    <a:lnTo>
                      <a:pt x="95" y="47"/>
                    </a:lnTo>
                    <a:lnTo>
                      <a:pt x="79" y="63"/>
                    </a:lnTo>
                    <a:lnTo>
                      <a:pt x="1" y="139"/>
                    </a:lnTo>
                    <a:cubicBezTo>
                      <a:pt x="2570" y="139"/>
                      <a:pt x="6175" y="123"/>
                      <a:pt x="8716" y="104"/>
                    </a:cubicBezTo>
                    <a:cubicBezTo>
                      <a:pt x="9085" y="98"/>
                      <a:pt x="9477" y="93"/>
                      <a:pt x="9884" y="89"/>
                    </a:cubicBezTo>
                    <a:lnTo>
                      <a:pt x="9884" y="89"/>
                    </a:lnTo>
                    <a:cubicBezTo>
                      <a:pt x="9451" y="85"/>
                      <a:pt x="9039" y="81"/>
                      <a:pt x="8656" y="76"/>
                    </a:cubicBezTo>
                    <a:cubicBezTo>
                      <a:pt x="7414" y="55"/>
                      <a:pt x="5910" y="52"/>
                      <a:pt x="4401" y="52"/>
                    </a:cubicBezTo>
                    <a:cubicBezTo>
                      <a:pt x="3731" y="52"/>
                      <a:pt x="3059" y="53"/>
                      <a:pt x="2410" y="53"/>
                    </a:cubicBezTo>
                    <a:cubicBezTo>
                      <a:pt x="1639" y="53"/>
                      <a:pt x="898" y="52"/>
                      <a:pt x="226" y="48"/>
                    </a:cubicBezTo>
                    <a:lnTo>
                      <a:pt x="226" y="48"/>
                    </a:lnTo>
                    <a:lnTo>
                      <a:pt x="274" y="0"/>
                    </a:lnTo>
                    <a:close/>
                    <a:moveTo>
                      <a:pt x="17274" y="63"/>
                    </a:moveTo>
                    <a:cubicBezTo>
                      <a:pt x="15105" y="76"/>
                      <a:pt x="12234" y="67"/>
                      <a:pt x="9884" y="89"/>
                    </a:cubicBezTo>
                    <a:lnTo>
                      <a:pt x="9884" y="89"/>
                    </a:lnTo>
                    <a:cubicBezTo>
                      <a:pt x="11421" y="103"/>
                      <a:pt x="13214" y="107"/>
                      <a:pt x="14841" y="107"/>
                    </a:cubicBezTo>
                    <a:cubicBezTo>
                      <a:pt x="15703" y="107"/>
                      <a:pt x="16519" y="106"/>
                      <a:pt x="17224" y="104"/>
                    </a:cubicBezTo>
                    <a:lnTo>
                      <a:pt x="17224" y="104"/>
                    </a:lnTo>
                    <a:lnTo>
                      <a:pt x="17224" y="617"/>
                    </a:lnTo>
                    <a:cubicBezTo>
                      <a:pt x="17224" y="617"/>
                      <a:pt x="17222" y="8183"/>
                      <a:pt x="17269" y="13635"/>
                    </a:cubicBezTo>
                    <a:lnTo>
                      <a:pt x="17269" y="13635"/>
                    </a:lnTo>
                    <a:cubicBezTo>
                      <a:pt x="17276" y="9320"/>
                      <a:pt x="17279" y="4178"/>
                      <a:pt x="17287" y="623"/>
                    </a:cubicBezTo>
                    <a:cubicBezTo>
                      <a:pt x="17287" y="481"/>
                      <a:pt x="17284" y="239"/>
                      <a:pt x="17287" y="104"/>
                    </a:cubicBezTo>
                    <a:lnTo>
                      <a:pt x="17287" y="104"/>
                    </a:lnTo>
                    <a:cubicBezTo>
                      <a:pt x="17266" y="104"/>
                      <a:pt x="17245" y="104"/>
                      <a:pt x="17224" y="104"/>
                    </a:cubicBezTo>
                    <a:lnTo>
                      <a:pt x="17224" y="104"/>
                    </a:lnTo>
                    <a:lnTo>
                      <a:pt x="17224" y="98"/>
                    </a:lnTo>
                    <a:lnTo>
                      <a:pt x="17224" y="88"/>
                    </a:lnTo>
                    <a:cubicBezTo>
                      <a:pt x="17246" y="88"/>
                      <a:pt x="17167" y="88"/>
                      <a:pt x="17277" y="72"/>
                    </a:cubicBezTo>
                    <a:lnTo>
                      <a:pt x="17274" y="63"/>
                    </a:lnTo>
                    <a:close/>
                    <a:moveTo>
                      <a:pt x="95" y="145"/>
                    </a:moveTo>
                    <a:lnTo>
                      <a:pt x="95" y="4356"/>
                    </a:lnTo>
                    <a:cubicBezTo>
                      <a:pt x="95" y="8256"/>
                      <a:pt x="101" y="13191"/>
                      <a:pt x="95" y="17072"/>
                    </a:cubicBezTo>
                    <a:lnTo>
                      <a:pt x="95" y="17201"/>
                    </a:lnTo>
                    <a:cubicBezTo>
                      <a:pt x="124" y="17201"/>
                      <a:pt x="154" y="17201"/>
                      <a:pt x="183" y="17201"/>
                    </a:cubicBezTo>
                    <a:lnTo>
                      <a:pt x="183" y="17201"/>
                    </a:lnTo>
                    <a:lnTo>
                      <a:pt x="183" y="17076"/>
                    </a:lnTo>
                    <a:cubicBezTo>
                      <a:pt x="183" y="17076"/>
                      <a:pt x="177" y="8266"/>
                      <a:pt x="177" y="4359"/>
                    </a:cubicBezTo>
                    <a:cubicBezTo>
                      <a:pt x="180" y="3164"/>
                      <a:pt x="95" y="145"/>
                      <a:pt x="95" y="145"/>
                    </a:cubicBezTo>
                    <a:close/>
                    <a:moveTo>
                      <a:pt x="17269" y="13635"/>
                    </a:moveTo>
                    <a:cubicBezTo>
                      <a:pt x="17267" y="14923"/>
                      <a:pt x="17264" y="16137"/>
                      <a:pt x="17262" y="17214"/>
                    </a:cubicBezTo>
                    <a:lnTo>
                      <a:pt x="17262" y="17214"/>
                    </a:lnTo>
                    <a:cubicBezTo>
                      <a:pt x="17279" y="17214"/>
                      <a:pt x="17297" y="17214"/>
                      <a:pt x="17315" y="17214"/>
                    </a:cubicBezTo>
                    <a:cubicBezTo>
                      <a:pt x="17296" y="16262"/>
                      <a:pt x="17281" y="15016"/>
                      <a:pt x="17269" y="13635"/>
                    </a:cubicBezTo>
                    <a:close/>
                    <a:moveTo>
                      <a:pt x="3040" y="17191"/>
                    </a:moveTo>
                    <a:cubicBezTo>
                      <a:pt x="2073" y="17191"/>
                      <a:pt x="1118" y="17194"/>
                      <a:pt x="183" y="17201"/>
                    </a:cubicBezTo>
                    <a:lnTo>
                      <a:pt x="183" y="17201"/>
                    </a:lnTo>
                    <a:lnTo>
                      <a:pt x="183" y="17205"/>
                    </a:lnTo>
                    <a:cubicBezTo>
                      <a:pt x="161" y="17205"/>
                      <a:pt x="240" y="17205"/>
                      <a:pt x="126" y="17220"/>
                    </a:cubicBezTo>
                    <a:cubicBezTo>
                      <a:pt x="821" y="17223"/>
                      <a:pt x="1524" y="17224"/>
                      <a:pt x="2232" y="17224"/>
                    </a:cubicBezTo>
                    <a:cubicBezTo>
                      <a:pt x="4250" y="17224"/>
                      <a:pt x="6316" y="17216"/>
                      <a:pt x="8385" y="17209"/>
                    </a:cubicBezTo>
                    <a:lnTo>
                      <a:pt x="8385" y="17209"/>
                    </a:lnTo>
                    <a:cubicBezTo>
                      <a:pt x="6585" y="17200"/>
                      <a:pt x="4791" y="17191"/>
                      <a:pt x="3040" y="17191"/>
                    </a:cubicBezTo>
                    <a:close/>
                    <a:moveTo>
                      <a:pt x="13062" y="17199"/>
                    </a:moveTo>
                    <a:cubicBezTo>
                      <a:pt x="11514" y="17199"/>
                      <a:pt x="9949" y="17204"/>
                      <a:pt x="8385" y="17209"/>
                    </a:cubicBezTo>
                    <a:lnTo>
                      <a:pt x="8385" y="17209"/>
                    </a:lnTo>
                    <a:cubicBezTo>
                      <a:pt x="10232" y="17218"/>
                      <a:pt x="12085" y="17227"/>
                      <a:pt x="13904" y="17227"/>
                    </a:cubicBezTo>
                    <a:cubicBezTo>
                      <a:pt x="15039" y="17227"/>
                      <a:pt x="16160" y="17223"/>
                      <a:pt x="17258" y="17214"/>
                    </a:cubicBezTo>
                    <a:lnTo>
                      <a:pt x="17262" y="17217"/>
                    </a:lnTo>
                    <a:cubicBezTo>
                      <a:pt x="17262" y="17216"/>
                      <a:pt x="17262" y="17215"/>
                      <a:pt x="17262" y="17214"/>
                    </a:cubicBezTo>
                    <a:lnTo>
                      <a:pt x="17262" y="17214"/>
                    </a:lnTo>
                    <a:cubicBezTo>
                      <a:pt x="15887" y="17203"/>
                      <a:pt x="14482" y="17199"/>
                      <a:pt x="13062" y="17199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2" name="Google Shape;1032;p28"/>
              <p:cNvSpPr/>
              <p:nvPr/>
            </p:nvSpPr>
            <p:spPr>
              <a:xfrm>
                <a:off x="2057724" y="2024214"/>
                <a:ext cx="56078" cy="56167"/>
              </a:xfrm>
              <a:custGeom>
                <a:avLst/>
                <a:gdLst/>
                <a:ahLst/>
                <a:cxnLst/>
                <a:rect l="l" t="t" r="r" b="b"/>
                <a:pathLst>
                  <a:path w="630" h="631" extrusionOk="0">
                    <a:moveTo>
                      <a:pt x="0" y="1"/>
                    </a:moveTo>
                    <a:lnTo>
                      <a:pt x="0" y="630"/>
                    </a:lnTo>
                    <a:lnTo>
                      <a:pt x="629" y="630"/>
                    </a:lnTo>
                    <a:lnTo>
                      <a:pt x="629" y="1"/>
                    </a:ln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3" name="Google Shape;1033;p28"/>
              <p:cNvSpPr/>
              <p:nvPr/>
            </p:nvSpPr>
            <p:spPr>
              <a:xfrm>
                <a:off x="3582931" y="2024214"/>
                <a:ext cx="56078" cy="56167"/>
              </a:xfrm>
              <a:custGeom>
                <a:avLst/>
                <a:gdLst/>
                <a:ahLst/>
                <a:cxnLst/>
                <a:rect l="l" t="t" r="r" b="b"/>
                <a:pathLst>
                  <a:path w="630" h="631" extrusionOk="0">
                    <a:moveTo>
                      <a:pt x="0" y="1"/>
                    </a:moveTo>
                    <a:lnTo>
                      <a:pt x="0" y="630"/>
                    </a:lnTo>
                    <a:lnTo>
                      <a:pt x="629" y="630"/>
                    </a:lnTo>
                    <a:lnTo>
                      <a:pt x="629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4" name="Google Shape;1034;p28"/>
              <p:cNvSpPr/>
              <p:nvPr/>
            </p:nvSpPr>
            <p:spPr>
              <a:xfrm>
                <a:off x="2057724" y="3549513"/>
                <a:ext cx="56078" cy="56078"/>
              </a:xfrm>
              <a:custGeom>
                <a:avLst/>
                <a:gdLst/>
                <a:ahLst/>
                <a:cxnLst/>
                <a:rect l="l" t="t" r="r" b="b"/>
                <a:pathLst>
                  <a:path w="630" h="630" extrusionOk="0">
                    <a:moveTo>
                      <a:pt x="0" y="0"/>
                    </a:moveTo>
                    <a:lnTo>
                      <a:pt x="0" y="629"/>
                    </a:lnTo>
                    <a:lnTo>
                      <a:pt x="629" y="629"/>
                    </a:lnTo>
                    <a:lnTo>
                      <a:pt x="629" y="0"/>
                    </a:ln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5" name="Google Shape;1035;p28"/>
              <p:cNvSpPr/>
              <p:nvPr/>
            </p:nvSpPr>
            <p:spPr>
              <a:xfrm>
                <a:off x="3582931" y="3549513"/>
                <a:ext cx="56078" cy="56078"/>
              </a:xfrm>
              <a:custGeom>
                <a:avLst/>
                <a:gdLst/>
                <a:ahLst/>
                <a:cxnLst/>
                <a:rect l="l" t="t" r="r" b="b"/>
                <a:pathLst>
                  <a:path w="630" h="630" extrusionOk="0">
                    <a:moveTo>
                      <a:pt x="0" y="0"/>
                    </a:moveTo>
                    <a:lnTo>
                      <a:pt x="0" y="629"/>
                    </a:lnTo>
                    <a:lnTo>
                      <a:pt x="629" y="629"/>
                    </a:lnTo>
                    <a:lnTo>
                      <a:pt x="629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6" name="Google Shape;1036;p28"/>
              <p:cNvSpPr/>
              <p:nvPr/>
            </p:nvSpPr>
            <p:spPr>
              <a:xfrm>
                <a:off x="2488805" y="3637101"/>
                <a:ext cx="854253" cy="511021"/>
              </a:xfrm>
              <a:custGeom>
                <a:avLst/>
                <a:gdLst/>
                <a:ahLst/>
                <a:cxnLst/>
                <a:rect l="l" t="t" r="r" b="b"/>
                <a:pathLst>
                  <a:path w="9597" h="5741" extrusionOk="0">
                    <a:moveTo>
                      <a:pt x="1" y="1"/>
                    </a:moveTo>
                    <a:lnTo>
                      <a:pt x="1" y="5741"/>
                    </a:lnTo>
                    <a:lnTo>
                      <a:pt x="9597" y="5741"/>
                    </a:lnTo>
                    <a:lnTo>
                      <a:pt x="959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7" name="Google Shape;1037;p28"/>
              <p:cNvSpPr/>
              <p:nvPr/>
            </p:nvSpPr>
            <p:spPr>
              <a:xfrm>
                <a:off x="2506786" y="3660066"/>
                <a:ext cx="28039" cy="28128"/>
              </a:xfrm>
              <a:custGeom>
                <a:avLst/>
                <a:gdLst/>
                <a:ahLst/>
                <a:cxnLst/>
                <a:rect l="l" t="t" r="r" b="b"/>
                <a:pathLst>
                  <a:path w="315" h="316" extrusionOk="0">
                    <a:moveTo>
                      <a:pt x="28" y="1"/>
                    </a:moveTo>
                    <a:lnTo>
                      <a:pt x="0" y="26"/>
                    </a:lnTo>
                    <a:lnTo>
                      <a:pt x="293" y="315"/>
                    </a:lnTo>
                    <a:lnTo>
                      <a:pt x="315" y="290"/>
                    </a:lnTo>
                    <a:lnTo>
                      <a:pt x="28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8" name="Google Shape;1038;p28"/>
              <p:cNvSpPr/>
              <p:nvPr/>
            </p:nvSpPr>
            <p:spPr>
              <a:xfrm>
                <a:off x="2506786" y="3660066"/>
                <a:ext cx="28039" cy="28128"/>
              </a:xfrm>
              <a:custGeom>
                <a:avLst/>
                <a:gdLst/>
                <a:ahLst/>
                <a:cxnLst/>
                <a:rect l="l" t="t" r="r" b="b"/>
                <a:pathLst>
                  <a:path w="315" h="316" extrusionOk="0">
                    <a:moveTo>
                      <a:pt x="293" y="1"/>
                    </a:moveTo>
                    <a:lnTo>
                      <a:pt x="0" y="290"/>
                    </a:lnTo>
                    <a:lnTo>
                      <a:pt x="28" y="315"/>
                    </a:lnTo>
                    <a:lnTo>
                      <a:pt x="315" y="26"/>
                    </a:lnTo>
                    <a:lnTo>
                      <a:pt x="293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9" name="Google Shape;1039;p28"/>
              <p:cNvSpPr/>
              <p:nvPr/>
            </p:nvSpPr>
            <p:spPr>
              <a:xfrm>
                <a:off x="3288660" y="3671548"/>
                <a:ext cx="17713" cy="17713"/>
              </a:xfrm>
              <a:custGeom>
                <a:avLst/>
                <a:gdLst/>
                <a:ahLst/>
                <a:cxnLst/>
                <a:rect l="l" t="t" r="r" b="b"/>
                <a:pathLst>
                  <a:path w="199" h="199" extrusionOk="0">
                    <a:moveTo>
                      <a:pt x="26" y="0"/>
                    </a:moveTo>
                    <a:lnTo>
                      <a:pt x="1" y="26"/>
                    </a:lnTo>
                    <a:lnTo>
                      <a:pt x="171" y="199"/>
                    </a:lnTo>
                    <a:lnTo>
                      <a:pt x="199" y="170"/>
                    </a:lnTo>
                    <a:lnTo>
                      <a:pt x="26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0" name="Google Shape;1040;p28"/>
              <p:cNvSpPr/>
              <p:nvPr/>
            </p:nvSpPr>
            <p:spPr>
              <a:xfrm>
                <a:off x="3288927" y="3658641"/>
                <a:ext cx="17803" cy="18070"/>
              </a:xfrm>
              <a:custGeom>
                <a:avLst/>
                <a:gdLst/>
                <a:ahLst/>
                <a:cxnLst/>
                <a:rect l="l" t="t" r="r" b="b"/>
                <a:pathLst>
                  <a:path w="200" h="203" extrusionOk="0">
                    <a:moveTo>
                      <a:pt x="174" y="1"/>
                    </a:moveTo>
                    <a:lnTo>
                      <a:pt x="1" y="174"/>
                    </a:lnTo>
                    <a:lnTo>
                      <a:pt x="29" y="202"/>
                    </a:lnTo>
                    <a:lnTo>
                      <a:pt x="199" y="29"/>
                    </a:lnTo>
                    <a:lnTo>
                      <a:pt x="174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1" name="Google Shape;1041;p28"/>
              <p:cNvSpPr/>
              <p:nvPr/>
            </p:nvSpPr>
            <p:spPr>
              <a:xfrm>
                <a:off x="3305216" y="3671548"/>
                <a:ext cx="17981" cy="17713"/>
              </a:xfrm>
              <a:custGeom>
                <a:avLst/>
                <a:gdLst/>
                <a:ahLst/>
                <a:cxnLst/>
                <a:rect l="l" t="t" r="r" b="b"/>
                <a:pathLst>
                  <a:path w="202" h="199" extrusionOk="0">
                    <a:moveTo>
                      <a:pt x="29" y="0"/>
                    </a:moveTo>
                    <a:lnTo>
                      <a:pt x="0" y="29"/>
                    </a:lnTo>
                    <a:lnTo>
                      <a:pt x="173" y="199"/>
                    </a:lnTo>
                    <a:lnTo>
                      <a:pt x="202" y="173"/>
                    </a:lnTo>
                    <a:lnTo>
                      <a:pt x="2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2" name="Google Shape;1042;p28"/>
              <p:cNvSpPr/>
              <p:nvPr/>
            </p:nvSpPr>
            <p:spPr>
              <a:xfrm>
                <a:off x="3306284" y="3658107"/>
                <a:ext cx="18070" cy="17981"/>
              </a:xfrm>
              <a:custGeom>
                <a:avLst/>
                <a:gdLst/>
                <a:ahLst/>
                <a:cxnLst/>
                <a:rect l="l" t="t" r="r" b="b"/>
                <a:pathLst>
                  <a:path w="203" h="202" extrusionOk="0">
                    <a:moveTo>
                      <a:pt x="174" y="0"/>
                    </a:moveTo>
                    <a:lnTo>
                      <a:pt x="1" y="173"/>
                    </a:lnTo>
                    <a:lnTo>
                      <a:pt x="29" y="202"/>
                    </a:lnTo>
                    <a:lnTo>
                      <a:pt x="202" y="29"/>
                    </a:lnTo>
                    <a:lnTo>
                      <a:pt x="174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3" name="Google Shape;1043;p28"/>
              <p:cNvSpPr/>
              <p:nvPr/>
            </p:nvSpPr>
            <p:spPr>
              <a:xfrm>
                <a:off x="2632736" y="3725044"/>
                <a:ext cx="8189" cy="335488"/>
              </a:xfrm>
              <a:custGeom>
                <a:avLst/>
                <a:gdLst/>
                <a:ahLst/>
                <a:cxnLst/>
                <a:rect l="l" t="t" r="r" b="b"/>
                <a:pathLst>
                  <a:path w="92" h="3769" extrusionOk="0">
                    <a:moveTo>
                      <a:pt x="1" y="0"/>
                    </a:moveTo>
                    <a:lnTo>
                      <a:pt x="1" y="3768"/>
                    </a:lnTo>
                    <a:lnTo>
                      <a:pt x="92" y="3768"/>
                    </a:lnTo>
                    <a:lnTo>
                      <a:pt x="9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4" name="Google Shape;1044;p28"/>
              <p:cNvSpPr/>
              <p:nvPr/>
            </p:nvSpPr>
            <p:spPr>
              <a:xfrm>
                <a:off x="2541767" y="3754151"/>
                <a:ext cx="71744" cy="40679"/>
              </a:xfrm>
              <a:custGeom>
                <a:avLst/>
                <a:gdLst/>
                <a:ahLst/>
                <a:cxnLst/>
                <a:rect l="l" t="t" r="r" b="b"/>
                <a:pathLst>
                  <a:path w="806" h="457" extrusionOk="0">
                    <a:moveTo>
                      <a:pt x="388" y="41"/>
                    </a:moveTo>
                    <a:cubicBezTo>
                      <a:pt x="489" y="41"/>
                      <a:pt x="576" y="123"/>
                      <a:pt x="576" y="224"/>
                    </a:cubicBezTo>
                    <a:cubicBezTo>
                      <a:pt x="576" y="331"/>
                      <a:pt x="491" y="412"/>
                      <a:pt x="390" y="412"/>
                    </a:cubicBezTo>
                    <a:cubicBezTo>
                      <a:pt x="271" y="412"/>
                      <a:pt x="176" y="302"/>
                      <a:pt x="208" y="176"/>
                    </a:cubicBezTo>
                    <a:cubicBezTo>
                      <a:pt x="224" y="114"/>
                      <a:pt x="277" y="63"/>
                      <a:pt x="340" y="47"/>
                    </a:cubicBezTo>
                    <a:cubicBezTo>
                      <a:pt x="356" y="43"/>
                      <a:pt x="372" y="41"/>
                      <a:pt x="388" y="41"/>
                    </a:cubicBezTo>
                    <a:close/>
                    <a:moveTo>
                      <a:pt x="403" y="0"/>
                    </a:moveTo>
                    <a:cubicBezTo>
                      <a:pt x="236" y="0"/>
                      <a:pt x="88" y="85"/>
                      <a:pt x="0" y="227"/>
                    </a:cubicBezTo>
                    <a:cubicBezTo>
                      <a:pt x="88" y="365"/>
                      <a:pt x="236" y="453"/>
                      <a:pt x="403" y="456"/>
                    </a:cubicBezTo>
                    <a:cubicBezTo>
                      <a:pt x="566" y="447"/>
                      <a:pt x="717" y="365"/>
                      <a:pt x="806" y="227"/>
                    </a:cubicBezTo>
                    <a:cubicBezTo>
                      <a:pt x="721" y="85"/>
                      <a:pt x="566" y="3"/>
                      <a:pt x="40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5" name="Google Shape;1045;p28"/>
              <p:cNvSpPr/>
              <p:nvPr/>
            </p:nvSpPr>
            <p:spPr>
              <a:xfrm>
                <a:off x="2564109" y="3761450"/>
                <a:ext cx="26170" cy="26081"/>
              </a:xfrm>
              <a:custGeom>
                <a:avLst/>
                <a:gdLst/>
                <a:ahLst/>
                <a:cxnLst/>
                <a:rect l="l" t="t" r="r" b="b"/>
                <a:pathLst>
                  <a:path w="294" h="293" extrusionOk="0">
                    <a:moveTo>
                      <a:pt x="146" y="0"/>
                    </a:moveTo>
                    <a:cubicBezTo>
                      <a:pt x="64" y="0"/>
                      <a:pt x="1" y="63"/>
                      <a:pt x="1" y="145"/>
                    </a:cubicBezTo>
                    <a:cubicBezTo>
                      <a:pt x="1" y="230"/>
                      <a:pt x="67" y="293"/>
                      <a:pt x="146" y="293"/>
                    </a:cubicBezTo>
                    <a:cubicBezTo>
                      <a:pt x="231" y="293"/>
                      <a:pt x="293" y="223"/>
                      <a:pt x="293" y="145"/>
                    </a:cubicBezTo>
                    <a:cubicBezTo>
                      <a:pt x="293" y="66"/>
                      <a:pt x="231" y="3"/>
                      <a:pt x="14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6" name="Google Shape;1046;p28"/>
              <p:cNvSpPr/>
              <p:nvPr/>
            </p:nvSpPr>
            <p:spPr>
              <a:xfrm>
                <a:off x="2541767" y="3870311"/>
                <a:ext cx="71744" cy="40679"/>
              </a:xfrm>
              <a:custGeom>
                <a:avLst/>
                <a:gdLst/>
                <a:ahLst/>
                <a:cxnLst/>
                <a:rect l="l" t="t" r="r" b="b"/>
                <a:pathLst>
                  <a:path w="806" h="457" extrusionOk="0">
                    <a:moveTo>
                      <a:pt x="391" y="38"/>
                    </a:moveTo>
                    <a:cubicBezTo>
                      <a:pt x="494" y="38"/>
                      <a:pt x="576" y="118"/>
                      <a:pt x="579" y="221"/>
                    </a:cubicBezTo>
                    <a:lnTo>
                      <a:pt x="579" y="224"/>
                    </a:lnTo>
                    <a:cubicBezTo>
                      <a:pt x="576" y="331"/>
                      <a:pt x="491" y="413"/>
                      <a:pt x="390" y="413"/>
                    </a:cubicBezTo>
                    <a:cubicBezTo>
                      <a:pt x="271" y="413"/>
                      <a:pt x="176" y="303"/>
                      <a:pt x="208" y="177"/>
                    </a:cubicBezTo>
                    <a:cubicBezTo>
                      <a:pt x="224" y="114"/>
                      <a:pt x="277" y="63"/>
                      <a:pt x="340" y="45"/>
                    </a:cubicBezTo>
                    <a:cubicBezTo>
                      <a:pt x="357" y="40"/>
                      <a:pt x="375" y="38"/>
                      <a:pt x="391" y="38"/>
                    </a:cubicBezTo>
                    <a:close/>
                    <a:moveTo>
                      <a:pt x="403" y="1"/>
                    </a:moveTo>
                    <a:cubicBezTo>
                      <a:pt x="236" y="1"/>
                      <a:pt x="88" y="85"/>
                      <a:pt x="0" y="227"/>
                    </a:cubicBezTo>
                    <a:cubicBezTo>
                      <a:pt x="88" y="365"/>
                      <a:pt x="236" y="453"/>
                      <a:pt x="403" y="457"/>
                    </a:cubicBezTo>
                    <a:cubicBezTo>
                      <a:pt x="566" y="447"/>
                      <a:pt x="717" y="365"/>
                      <a:pt x="806" y="227"/>
                    </a:cubicBezTo>
                    <a:cubicBezTo>
                      <a:pt x="721" y="85"/>
                      <a:pt x="566" y="1"/>
                      <a:pt x="403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7" name="Google Shape;1047;p28"/>
              <p:cNvSpPr/>
              <p:nvPr/>
            </p:nvSpPr>
            <p:spPr>
              <a:xfrm>
                <a:off x="2566957" y="3877609"/>
                <a:ext cx="26081" cy="26081"/>
              </a:xfrm>
              <a:custGeom>
                <a:avLst/>
                <a:gdLst/>
                <a:ahLst/>
                <a:cxnLst/>
                <a:rect l="l" t="t" r="r" b="b"/>
                <a:pathLst>
                  <a:path w="293" h="293" extrusionOk="0">
                    <a:moveTo>
                      <a:pt x="145" y="0"/>
                    </a:moveTo>
                    <a:cubicBezTo>
                      <a:pt x="63" y="0"/>
                      <a:pt x="0" y="63"/>
                      <a:pt x="0" y="145"/>
                    </a:cubicBezTo>
                    <a:cubicBezTo>
                      <a:pt x="0" y="230"/>
                      <a:pt x="66" y="293"/>
                      <a:pt x="145" y="293"/>
                    </a:cubicBezTo>
                    <a:cubicBezTo>
                      <a:pt x="230" y="293"/>
                      <a:pt x="293" y="224"/>
                      <a:pt x="293" y="145"/>
                    </a:cubicBezTo>
                    <a:cubicBezTo>
                      <a:pt x="293" y="63"/>
                      <a:pt x="224" y="0"/>
                      <a:pt x="145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8" name="Google Shape;1048;p28"/>
              <p:cNvSpPr/>
              <p:nvPr/>
            </p:nvSpPr>
            <p:spPr>
              <a:xfrm>
                <a:off x="2541767" y="3981219"/>
                <a:ext cx="71744" cy="40679"/>
              </a:xfrm>
              <a:custGeom>
                <a:avLst/>
                <a:gdLst/>
                <a:ahLst/>
                <a:cxnLst/>
                <a:rect l="l" t="t" r="r" b="b"/>
                <a:pathLst>
                  <a:path w="806" h="457" extrusionOk="0">
                    <a:moveTo>
                      <a:pt x="391" y="66"/>
                    </a:moveTo>
                    <a:cubicBezTo>
                      <a:pt x="494" y="66"/>
                      <a:pt x="576" y="146"/>
                      <a:pt x="579" y="249"/>
                    </a:cubicBezTo>
                    <a:lnTo>
                      <a:pt x="579" y="252"/>
                    </a:lnTo>
                    <a:cubicBezTo>
                      <a:pt x="576" y="359"/>
                      <a:pt x="491" y="440"/>
                      <a:pt x="390" y="440"/>
                    </a:cubicBezTo>
                    <a:cubicBezTo>
                      <a:pt x="271" y="440"/>
                      <a:pt x="176" y="330"/>
                      <a:pt x="208" y="205"/>
                    </a:cubicBezTo>
                    <a:cubicBezTo>
                      <a:pt x="224" y="142"/>
                      <a:pt x="277" y="91"/>
                      <a:pt x="340" y="72"/>
                    </a:cubicBezTo>
                    <a:cubicBezTo>
                      <a:pt x="357" y="68"/>
                      <a:pt x="375" y="66"/>
                      <a:pt x="391" y="66"/>
                    </a:cubicBezTo>
                    <a:close/>
                    <a:moveTo>
                      <a:pt x="403" y="0"/>
                    </a:moveTo>
                    <a:cubicBezTo>
                      <a:pt x="236" y="0"/>
                      <a:pt x="88" y="88"/>
                      <a:pt x="0" y="230"/>
                    </a:cubicBezTo>
                    <a:cubicBezTo>
                      <a:pt x="88" y="365"/>
                      <a:pt x="236" y="453"/>
                      <a:pt x="403" y="456"/>
                    </a:cubicBezTo>
                    <a:cubicBezTo>
                      <a:pt x="566" y="447"/>
                      <a:pt x="717" y="365"/>
                      <a:pt x="806" y="230"/>
                    </a:cubicBezTo>
                    <a:cubicBezTo>
                      <a:pt x="721" y="88"/>
                      <a:pt x="566" y="0"/>
                      <a:pt x="40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9" name="Google Shape;1049;p28"/>
              <p:cNvSpPr/>
              <p:nvPr/>
            </p:nvSpPr>
            <p:spPr>
              <a:xfrm>
                <a:off x="2564109" y="3988429"/>
                <a:ext cx="26170" cy="26170"/>
              </a:xfrm>
              <a:custGeom>
                <a:avLst/>
                <a:gdLst/>
                <a:ahLst/>
                <a:cxnLst/>
                <a:rect l="l" t="t" r="r" b="b"/>
                <a:pathLst>
                  <a:path w="294" h="294" extrusionOk="0">
                    <a:moveTo>
                      <a:pt x="146" y="1"/>
                    </a:moveTo>
                    <a:cubicBezTo>
                      <a:pt x="64" y="1"/>
                      <a:pt x="1" y="64"/>
                      <a:pt x="1" y="149"/>
                    </a:cubicBezTo>
                    <a:cubicBezTo>
                      <a:pt x="1" y="230"/>
                      <a:pt x="67" y="293"/>
                      <a:pt x="146" y="293"/>
                    </a:cubicBezTo>
                    <a:cubicBezTo>
                      <a:pt x="231" y="293"/>
                      <a:pt x="293" y="227"/>
                      <a:pt x="293" y="149"/>
                    </a:cubicBezTo>
                    <a:cubicBezTo>
                      <a:pt x="293" y="64"/>
                      <a:pt x="231" y="1"/>
                      <a:pt x="14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0" name="Google Shape;1050;p28"/>
              <p:cNvSpPr/>
              <p:nvPr/>
            </p:nvSpPr>
            <p:spPr>
              <a:xfrm>
                <a:off x="2520760" y="3828920"/>
                <a:ext cx="782598" cy="8189"/>
              </a:xfrm>
              <a:custGeom>
                <a:avLst/>
                <a:gdLst/>
                <a:ahLst/>
                <a:cxnLst/>
                <a:rect l="l" t="t" r="r" b="b"/>
                <a:pathLst>
                  <a:path w="8792" h="92" extrusionOk="0">
                    <a:moveTo>
                      <a:pt x="0" y="0"/>
                    </a:moveTo>
                    <a:lnTo>
                      <a:pt x="0" y="91"/>
                    </a:lnTo>
                    <a:lnTo>
                      <a:pt x="8791" y="91"/>
                    </a:lnTo>
                    <a:lnTo>
                      <a:pt x="879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1" name="Google Shape;1051;p28"/>
              <p:cNvSpPr/>
              <p:nvPr/>
            </p:nvSpPr>
            <p:spPr>
              <a:xfrm>
                <a:off x="2776401" y="3844853"/>
                <a:ext cx="23855" cy="95866"/>
              </a:xfrm>
              <a:custGeom>
                <a:avLst/>
                <a:gdLst/>
                <a:ahLst/>
                <a:cxnLst/>
                <a:rect l="l" t="t" r="r" b="b"/>
                <a:pathLst>
                  <a:path w="268" h="1077" extrusionOk="0">
                    <a:moveTo>
                      <a:pt x="0" y="0"/>
                    </a:moveTo>
                    <a:lnTo>
                      <a:pt x="0" y="1076"/>
                    </a:lnTo>
                    <a:lnTo>
                      <a:pt x="267" y="1076"/>
                    </a:lnTo>
                    <a:lnTo>
                      <a:pt x="26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2" name="Google Shape;1052;p28"/>
              <p:cNvSpPr/>
              <p:nvPr/>
            </p:nvSpPr>
            <p:spPr>
              <a:xfrm>
                <a:off x="2776401" y="3956830"/>
                <a:ext cx="23855" cy="95866"/>
              </a:xfrm>
              <a:custGeom>
                <a:avLst/>
                <a:gdLst/>
                <a:ahLst/>
                <a:cxnLst/>
                <a:rect l="l" t="t" r="r" b="b"/>
                <a:pathLst>
                  <a:path w="268" h="1077" extrusionOk="0">
                    <a:moveTo>
                      <a:pt x="0" y="0"/>
                    </a:moveTo>
                    <a:lnTo>
                      <a:pt x="0" y="1076"/>
                    </a:lnTo>
                    <a:lnTo>
                      <a:pt x="267" y="1076"/>
                    </a:lnTo>
                    <a:lnTo>
                      <a:pt x="26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3" name="Google Shape;1053;p28"/>
              <p:cNvSpPr/>
              <p:nvPr/>
            </p:nvSpPr>
            <p:spPr>
              <a:xfrm>
                <a:off x="2776401" y="3725044"/>
                <a:ext cx="23855" cy="96044"/>
              </a:xfrm>
              <a:custGeom>
                <a:avLst/>
                <a:gdLst/>
                <a:ahLst/>
                <a:cxnLst/>
                <a:rect l="l" t="t" r="r" b="b"/>
                <a:pathLst>
                  <a:path w="268" h="1079" extrusionOk="0">
                    <a:moveTo>
                      <a:pt x="0" y="0"/>
                    </a:moveTo>
                    <a:lnTo>
                      <a:pt x="0" y="1079"/>
                    </a:lnTo>
                    <a:lnTo>
                      <a:pt x="267" y="1079"/>
                    </a:lnTo>
                    <a:lnTo>
                      <a:pt x="26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4" name="Google Shape;1054;p28"/>
              <p:cNvSpPr/>
              <p:nvPr/>
            </p:nvSpPr>
            <p:spPr>
              <a:xfrm>
                <a:off x="2680625" y="3772932"/>
                <a:ext cx="47978" cy="40056"/>
              </a:xfrm>
              <a:custGeom>
                <a:avLst/>
                <a:gdLst/>
                <a:ahLst/>
                <a:cxnLst/>
                <a:rect l="l" t="t" r="r" b="b"/>
                <a:pathLst>
                  <a:path w="539" h="450" extrusionOk="0">
                    <a:moveTo>
                      <a:pt x="0" y="0"/>
                    </a:moveTo>
                    <a:lnTo>
                      <a:pt x="0" y="450"/>
                    </a:lnTo>
                    <a:lnTo>
                      <a:pt x="538" y="450"/>
                    </a:lnTo>
                    <a:lnTo>
                      <a:pt x="53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5" name="Google Shape;1055;p28"/>
              <p:cNvSpPr/>
              <p:nvPr/>
            </p:nvSpPr>
            <p:spPr>
              <a:xfrm>
                <a:off x="2679200" y="3736526"/>
                <a:ext cx="41569" cy="36495"/>
              </a:xfrm>
              <a:custGeom>
                <a:avLst/>
                <a:gdLst/>
                <a:ahLst/>
                <a:cxnLst/>
                <a:rect l="l" t="t" r="r" b="b"/>
                <a:pathLst>
                  <a:path w="467" h="410" extrusionOk="0">
                    <a:moveTo>
                      <a:pt x="230" y="0"/>
                    </a:moveTo>
                    <a:cubicBezTo>
                      <a:pt x="98" y="16"/>
                      <a:pt x="1" y="135"/>
                      <a:pt x="16" y="264"/>
                    </a:cubicBezTo>
                    <a:lnTo>
                      <a:pt x="16" y="409"/>
                    </a:lnTo>
                    <a:lnTo>
                      <a:pt x="108" y="409"/>
                    </a:lnTo>
                    <a:lnTo>
                      <a:pt x="108" y="267"/>
                    </a:lnTo>
                    <a:cubicBezTo>
                      <a:pt x="101" y="261"/>
                      <a:pt x="101" y="72"/>
                      <a:pt x="262" y="72"/>
                    </a:cubicBezTo>
                    <a:cubicBezTo>
                      <a:pt x="359" y="72"/>
                      <a:pt x="406" y="142"/>
                      <a:pt x="375" y="283"/>
                    </a:cubicBezTo>
                    <a:lnTo>
                      <a:pt x="375" y="409"/>
                    </a:lnTo>
                    <a:lnTo>
                      <a:pt x="466" y="409"/>
                    </a:lnTo>
                    <a:lnTo>
                      <a:pt x="466" y="280"/>
                    </a:lnTo>
                    <a:cubicBezTo>
                      <a:pt x="466" y="98"/>
                      <a:pt x="391" y="0"/>
                      <a:pt x="249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6" name="Google Shape;1056;p28"/>
              <p:cNvSpPr/>
              <p:nvPr/>
            </p:nvSpPr>
            <p:spPr>
              <a:xfrm>
                <a:off x="3212288" y="3747653"/>
                <a:ext cx="53229" cy="53318"/>
              </a:xfrm>
              <a:custGeom>
                <a:avLst/>
                <a:gdLst/>
                <a:ahLst/>
                <a:cxnLst/>
                <a:rect l="l" t="t" r="r" b="b"/>
                <a:pathLst>
                  <a:path w="598" h="599" extrusionOk="0">
                    <a:moveTo>
                      <a:pt x="299" y="42"/>
                    </a:moveTo>
                    <a:cubicBezTo>
                      <a:pt x="444" y="42"/>
                      <a:pt x="560" y="158"/>
                      <a:pt x="560" y="300"/>
                    </a:cubicBezTo>
                    <a:cubicBezTo>
                      <a:pt x="560" y="448"/>
                      <a:pt x="440" y="561"/>
                      <a:pt x="299" y="561"/>
                    </a:cubicBezTo>
                    <a:cubicBezTo>
                      <a:pt x="154" y="561"/>
                      <a:pt x="41" y="441"/>
                      <a:pt x="41" y="300"/>
                    </a:cubicBezTo>
                    <a:cubicBezTo>
                      <a:pt x="41" y="155"/>
                      <a:pt x="157" y="42"/>
                      <a:pt x="299" y="42"/>
                    </a:cubicBezTo>
                    <a:close/>
                    <a:moveTo>
                      <a:pt x="299" y="1"/>
                    </a:moveTo>
                    <a:cubicBezTo>
                      <a:pt x="135" y="1"/>
                      <a:pt x="0" y="136"/>
                      <a:pt x="0" y="300"/>
                    </a:cubicBezTo>
                    <a:cubicBezTo>
                      <a:pt x="0" y="466"/>
                      <a:pt x="135" y="599"/>
                      <a:pt x="299" y="599"/>
                    </a:cubicBezTo>
                    <a:cubicBezTo>
                      <a:pt x="466" y="599"/>
                      <a:pt x="598" y="466"/>
                      <a:pt x="598" y="300"/>
                    </a:cubicBezTo>
                    <a:cubicBezTo>
                      <a:pt x="598" y="136"/>
                      <a:pt x="463" y="1"/>
                      <a:pt x="299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7" name="Google Shape;1057;p28"/>
              <p:cNvSpPr/>
              <p:nvPr/>
            </p:nvSpPr>
            <p:spPr>
              <a:xfrm>
                <a:off x="3212288" y="3863635"/>
                <a:ext cx="53229" cy="53229"/>
              </a:xfrm>
              <a:custGeom>
                <a:avLst/>
                <a:gdLst/>
                <a:ahLst/>
                <a:cxnLst/>
                <a:rect l="l" t="t" r="r" b="b"/>
                <a:pathLst>
                  <a:path w="598" h="598" extrusionOk="0">
                    <a:moveTo>
                      <a:pt x="299" y="44"/>
                    </a:moveTo>
                    <a:cubicBezTo>
                      <a:pt x="444" y="44"/>
                      <a:pt x="560" y="157"/>
                      <a:pt x="560" y="302"/>
                    </a:cubicBezTo>
                    <a:cubicBezTo>
                      <a:pt x="560" y="450"/>
                      <a:pt x="440" y="563"/>
                      <a:pt x="299" y="563"/>
                    </a:cubicBezTo>
                    <a:cubicBezTo>
                      <a:pt x="154" y="563"/>
                      <a:pt x="41" y="444"/>
                      <a:pt x="41" y="302"/>
                    </a:cubicBezTo>
                    <a:cubicBezTo>
                      <a:pt x="41" y="157"/>
                      <a:pt x="157" y="44"/>
                      <a:pt x="299" y="44"/>
                    </a:cubicBezTo>
                    <a:close/>
                    <a:moveTo>
                      <a:pt x="299" y="0"/>
                    </a:moveTo>
                    <a:cubicBezTo>
                      <a:pt x="135" y="0"/>
                      <a:pt x="0" y="135"/>
                      <a:pt x="0" y="299"/>
                    </a:cubicBezTo>
                    <a:cubicBezTo>
                      <a:pt x="0" y="466"/>
                      <a:pt x="135" y="598"/>
                      <a:pt x="299" y="598"/>
                    </a:cubicBezTo>
                    <a:cubicBezTo>
                      <a:pt x="466" y="598"/>
                      <a:pt x="598" y="466"/>
                      <a:pt x="598" y="299"/>
                    </a:cubicBezTo>
                    <a:cubicBezTo>
                      <a:pt x="598" y="135"/>
                      <a:pt x="463" y="0"/>
                      <a:pt x="299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8" name="Google Shape;1058;p28"/>
              <p:cNvSpPr/>
              <p:nvPr/>
            </p:nvSpPr>
            <p:spPr>
              <a:xfrm>
                <a:off x="3207393" y="3980062"/>
                <a:ext cx="56167" cy="52962"/>
              </a:xfrm>
              <a:custGeom>
                <a:avLst/>
                <a:gdLst/>
                <a:ahLst/>
                <a:cxnLst/>
                <a:rect l="l" t="t" r="r" b="b"/>
                <a:pathLst>
                  <a:path w="631" h="595" extrusionOk="0">
                    <a:moveTo>
                      <a:pt x="631" y="298"/>
                    </a:moveTo>
                    <a:lnTo>
                      <a:pt x="631" y="298"/>
                    </a:lnTo>
                    <a:cubicBezTo>
                      <a:pt x="631" y="312"/>
                      <a:pt x="630" y="325"/>
                      <a:pt x="628" y="339"/>
                    </a:cubicBezTo>
                    <a:lnTo>
                      <a:pt x="628" y="339"/>
                    </a:lnTo>
                    <a:cubicBezTo>
                      <a:pt x="630" y="326"/>
                      <a:pt x="631" y="313"/>
                      <a:pt x="631" y="299"/>
                    </a:cubicBezTo>
                    <a:cubicBezTo>
                      <a:pt x="631" y="299"/>
                      <a:pt x="631" y="298"/>
                      <a:pt x="631" y="298"/>
                    </a:cubicBezTo>
                    <a:close/>
                    <a:moveTo>
                      <a:pt x="336" y="1"/>
                    </a:moveTo>
                    <a:cubicBezTo>
                      <a:pt x="316" y="1"/>
                      <a:pt x="296" y="3"/>
                      <a:pt x="275" y="7"/>
                    </a:cubicBezTo>
                    <a:cubicBezTo>
                      <a:pt x="162" y="29"/>
                      <a:pt x="68" y="120"/>
                      <a:pt x="43" y="230"/>
                    </a:cubicBezTo>
                    <a:cubicBezTo>
                      <a:pt x="1" y="424"/>
                      <a:pt x="149" y="594"/>
                      <a:pt x="336" y="594"/>
                    </a:cubicBezTo>
                    <a:cubicBezTo>
                      <a:pt x="374" y="594"/>
                      <a:pt x="412" y="588"/>
                      <a:pt x="451" y="573"/>
                    </a:cubicBezTo>
                    <a:cubicBezTo>
                      <a:pt x="549" y="534"/>
                      <a:pt x="614" y="444"/>
                      <a:pt x="628" y="339"/>
                    </a:cubicBezTo>
                    <a:lnTo>
                      <a:pt x="628" y="339"/>
                    </a:lnTo>
                    <a:cubicBezTo>
                      <a:pt x="609" y="468"/>
                      <a:pt x="500" y="561"/>
                      <a:pt x="367" y="561"/>
                    </a:cubicBezTo>
                    <a:cubicBezTo>
                      <a:pt x="352" y="561"/>
                      <a:pt x="337" y="559"/>
                      <a:pt x="323" y="557"/>
                    </a:cubicBezTo>
                    <a:cubicBezTo>
                      <a:pt x="216" y="535"/>
                      <a:pt x="131" y="447"/>
                      <a:pt x="115" y="340"/>
                    </a:cubicBezTo>
                    <a:cubicBezTo>
                      <a:pt x="89" y="177"/>
                      <a:pt x="213" y="40"/>
                      <a:pt x="370" y="40"/>
                    </a:cubicBezTo>
                    <a:cubicBezTo>
                      <a:pt x="406" y="40"/>
                      <a:pt x="445" y="47"/>
                      <a:pt x="483" y="63"/>
                    </a:cubicBezTo>
                    <a:cubicBezTo>
                      <a:pt x="577" y="104"/>
                      <a:pt x="630" y="198"/>
                      <a:pt x="631" y="298"/>
                    </a:cubicBezTo>
                    <a:lnTo>
                      <a:pt x="631" y="298"/>
                    </a:lnTo>
                    <a:cubicBezTo>
                      <a:pt x="631" y="297"/>
                      <a:pt x="631" y="297"/>
                      <a:pt x="631" y="296"/>
                    </a:cubicBezTo>
                    <a:cubicBezTo>
                      <a:pt x="631" y="133"/>
                      <a:pt x="498" y="1"/>
                      <a:pt x="33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9" name="Google Shape;1059;p28"/>
              <p:cNvSpPr/>
              <p:nvPr/>
            </p:nvSpPr>
            <p:spPr>
              <a:xfrm>
                <a:off x="588772" y="1705109"/>
                <a:ext cx="414976" cy="1565107"/>
              </a:xfrm>
              <a:custGeom>
                <a:avLst/>
                <a:gdLst/>
                <a:ahLst/>
                <a:cxnLst/>
                <a:rect l="l" t="t" r="r" b="b"/>
                <a:pathLst>
                  <a:path w="4662" h="17583" extrusionOk="0">
                    <a:moveTo>
                      <a:pt x="0" y="0"/>
                    </a:moveTo>
                    <a:lnTo>
                      <a:pt x="0" y="17582"/>
                    </a:lnTo>
                    <a:lnTo>
                      <a:pt x="4661" y="17582"/>
                    </a:lnTo>
                    <a:lnTo>
                      <a:pt x="466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0" name="Google Shape;1060;p28"/>
              <p:cNvSpPr/>
              <p:nvPr/>
            </p:nvSpPr>
            <p:spPr>
              <a:xfrm>
                <a:off x="855806" y="2468559"/>
                <a:ext cx="92484" cy="114559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287" extrusionOk="0">
                    <a:moveTo>
                      <a:pt x="948" y="0"/>
                    </a:moveTo>
                    <a:lnTo>
                      <a:pt x="1" y="1218"/>
                    </a:lnTo>
                    <a:lnTo>
                      <a:pt x="92" y="1287"/>
                    </a:lnTo>
                    <a:lnTo>
                      <a:pt x="1039" y="73"/>
                    </a:lnTo>
                    <a:lnTo>
                      <a:pt x="94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061" name="Google Shape;1061;p28"/>
              <p:cNvGrpSpPr/>
              <p:nvPr/>
            </p:nvGrpSpPr>
            <p:grpSpPr>
              <a:xfrm>
                <a:off x="609766" y="1724147"/>
                <a:ext cx="378549" cy="665248"/>
                <a:chOff x="406571" y="364143"/>
                <a:chExt cx="510106" cy="896440"/>
              </a:xfrm>
            </p:grpSpPr>
            <p:sp>
              <p:nvSpPr>
                <p:cNvPr id="1062" name="Google Shape;1062;p28"/>
                <p:cNvSpPr/>
                <p:nvPr/>
              </p:nvSpPr>
              <p:spPr>
                <a:xfrm>
                  <a:off x="406571" y="366062"/>
                  <a:ext cx="37782" cy="377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5" h="315" extrusionOk="0">
                      <a:moveTo>
                        <a:pt x="25" y="0"/>
                      </a:moveTo>
                      <a:lnTo>
                        <a:pt x="0" y="25"/>
                      </a:lnTo>
                      <a:lnTo>
                        <a:pt x="286" y="315"/>
                      </a:lnTo>
                      <a:lnTo>
                        <a:pt x="315" y="286"/>
                      </a:lnTo>
                      <a:lnTo>
                        <a:pt x="25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63" name="Google Shape;1063;p28"/>
                <p:cNvSpPr/>
                <p:nvPr/>
              </p:nvSpPr>
              <p:spPr>
                <a:xfrm>
                  <a:off x="406571" y="365582"/>
                  <a:ext cx="38142" cy="382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8" h="319" extrusionOk="0">
                      <a:moveTo>
                        <a:pt x="290" y="1"/>
                      </a:moveTo>
                      <a:lnTo>
                        <a:pt x="0" y="290"/>
                      </a:lnTo>
                      <a:lnTo>
                        <a:pt x="28" y="319"/>
                      </a:lnTo>
                      <a:lnTo>
                        <a:pt x="318" y="29"/>
                      </a:lnTo>
                      <a:lnTo>
                        <a:pt x="290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64" name="Google Shape;1064;p28"/>
                <p:cNvSpPr/>
                <p:nvPr/>
              </p:nvSpPr>
              <p:spPr>
                <a:xfrm>
                  <a:off x="870139" y="381894"/>
                  <a:ext cx="23869" cy="242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" h="202" extrusionOk="0">
                      <a:moveTo>
                        <a:pt x="29" y="0"/>
                      </a:moveTo>
                      <a:lnTo>
                        <a:pt x="1" y="28"/>
                      </a:lnTo>
                      <a:lnTo>
                        <a:pt x="174" y="201"/>
                      </a:lnTo>
                      <a:lnTo>
                        <a:pt x="199" y="173"/>
                      </a:lnTo>
                      <a:lnTo>
                        <a:pt x="29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65" name="Google Shape;1065;p28"/>
                <p:cNvSpPr/>
                <p:nvPr/>
              </p:nvSpPr>
              <p:spPr>
                <a:xfrm>
                  <a:off x="869419" y="364143"/>
                  <a:ext cx="24228" cy="238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" h="199" extrusionOk="0">
                      <a:moveTo>
                        <a:pt x="173" y="0"/>
                      </a:moveTo>
                      <a:lnTo>
                        <a:pt x="0" y="173"/>
                      </a:lnTo>
                      <a:lnTo>
                        <a:pt x="29" y="198"/>
                      </a:lnTo>
                      <a:lnTo>
                        <a:pt x="202" y="29"/>
                      </a:lnTo>
                      <a:lnTo>
                        <a:pt x="173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66" name="Google Shape;1066;p28"/>
                <p:cNvSpPr/>
                <p:nvPr/>
              </p:nvSpPr>
              <p:spPr>
                <a:xfrm>
                  <a:off x="892448" y="381894"/>
                  <a:ext cx="24228" cy="238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" h="199" extrusionOk="0">
                      <a:moveTo>
                        <a:pt x="29" y="0"/>
                      </a:moveTo>
                      <a:lnTo>
                        <a:pt x="0" y="25"/>
                      </a:lnTo>
                      <a:lnTo>
                        <a:pt x="173" y="198"/>
                      </a:lnTo>
                      <a:lnTo>
                        <a:pt x="201" y="170"/>
                      </a:lnTo>
                      <a:lnTo>
                        <a:pt x="29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67" name="Google Shape;1067;p28"/>
                <p:cNvSpPr/>
                <p:nvPr/>
              </p:nvSpPr>
              <p:spPr>
                <a:xfrm>
                  <a:off x="892088" y="364143"/>
                  <a:ext cx="24228" cy="238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" h="199" extrusionOk="0">
                      <a:moveTo>
                        <a:pt x="173" y="0"/>
                      </a:moveTo>
                      <a:lnTo>
                        <a:pt x="0" y="173"/>
                      </a:lnTo>
                      <a:lnTo>
                        <a:pt x="28" y="198"/>
                      </a:lnTo>
                      <a:lnTo>
                        <a:pt x="201" y="29"/>
                      </a:lnTo>
                      <a:lnTo>
                        <a:pt x="173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68" name="Google Shape;1068;p28"/>
                <p:cNvSpPr/>
                <p:nvPr/>
              </p:nvSpPr>
              <p:spPr>
                <a:xfrm>
                  <a:off x="464622" y="481445"/>
                  <a:ext cx="130617" cy="2113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9" h="1762" extrusionOk="0">
                      <a:moveTo>
                        <a:pt x="85" y="186"/>
                      </a:moveTo>
                      <a:lnTo>
                        <a:pt x="938" y="1045"/>
                      </a:lnTo>
                      <a:lnTo>
                        <a:pt x="535" y="1104"/>
                      </a:lnTo>
                      <a:lnTo>
                        <a:pt x="743" y="1608"/>
                      </a:lnTo>
                      <a:lnTo>
                        <a:pt x="608" y="1664"/>
                      </a:lnTo>
                      <a:lnTo>
                        <a:pt x="400" y="1155"/>
                      </a:lnTo>
                      <a:lnTo>
                        <a:pt x="85" y="1400"/>
                      </a:lnTo>
                      <a:lnTo>
                        <a:pt x="85" y="186"/>
                      </a:lnTo>
                      <a:close/>
                      <a:moveTo>
                        <a:pt x="1" y="0"/>
                      </a:moveTo>
                      <a:lnTo>
                        <a:pt x="1" y="1557"/>
                      </a:lnTo>
                      <a:lnTo>
                        <a:pt x="356" y="1277"/>
                      </a:lnTo>
                      <a:lnTo>
                        <a:pt x="557" y="1762"/>
                      </a:lnTo>
                      <a:lnTo>
                        <a:pt x="834" y="1652"/>
                      </a:lnTo>
                      <a:lnTo>
                        <a:pt x="633" y="1167"/>
                      </a:lnTo>
                      <a:lnTo>
                        <a:pt x="1089" y="1101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69" name="Google Shape;1069;p28"/>
                <p:cNvSpPr/>
                <p:nvPr/>
              </p:nvSpPr>
              <p:spPr>
                <a:xfrm>
                  <a:off x="765311" y="492360"/>
                  <a:ext cx="116704" cy="1944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3" h="1621" extrusionOk="0">
                      <a:moveTo>
                        <a:pt x="0" y="1"/>
                      </a:moveTo>
                      <a:lnTo>
                        <a:pt x="0" y="1388"/>
                      </a:lnTo>
                      <a:lnTo>
                        <a:pt x="340" y="1124"/>
                      </a:lnTo>
                      <a:lnTo>
                        <a:pt x="544" y="1620"/>
                      </a:lnTo>
                      <a:lnTo>
                        <a:pt x="749" y="1536"/>
                      </a:lnTo>
                      <a:lnTo>
                        <a:pt x="544" y="1045"/>
                      </a:lnTo>
                      <a:lnTo>
                        <a:pt x="972" y="979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70" name="Google Shape;1070;p28"/>
                <p:cNvSpPr/>
                <p:nvPr/>
              </p:nvSpPr>
              <p:spPr>
                <a:xfrm>
                  <a:off x="468820" y="845825"/>
                  <a:ext cx="124140" cy="1540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5" h="1284" extrusionOk="0">
                      <a:moveTo>
                        <a:pt x="947" y="1"/>
                      </a:moveTo>
                      <a:lnTo>
                        <a:pt x="0" y="1215"/>
                      </a:lnTo>
                      <a:lnTo>
                        <a:pt x="88" y="1284"/>
                      </a:lnTo>
                      <a:lnTo>
                        <a:pt x="1035" y="70"/>
                      </a:lnTo>
                      <a:lnTo>
                        <a:pt x="947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71" name="Google Shape;1071;p28"/>
                <p:cNvSpPr/>
                <p:nvPr/>
              </p:nvSpPr>
              <p:spPr>
                <a:xfrm>
                  <a:off x="451788" y="829993"/>
                  <a:ext cx="68007" cy="688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7" h="574" extrusionOk="0">
                      <a:moveTo>
                        <a:pt x="284" y="1"/>
                      </a:moveTo>
                      <a:lnTo>
                        <a:pt x="227" y="230"/>
                      </a:lnTo>
                      <a:lnTo>
                        <a:pt x="1" y="287"/>
                      </a:lnTo>
                      <a:lnTo>
                        <a:pt x="233" y="331"/>
                      </a:lnTo>
                      <a:lnTo>
                        <a:pt x="284" y="573"/>
                      </a:lnTo>
                      <a:lnTo>
                        <a:pt x="334" y="331"/>
                      </a:lnTo>
                      <a:lnTo>
                        <a:pt x="567" y="287"/>
                      </a:lnTo>
                      <a:lnTo>
                        <a:pt x="334" y="230"/>
                      </a:lnTo>
                      <a:lnTo>
                        <a:pt x="284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72" name="Google Shape;1072;p28"/>
                <p:cNvSpPr/>
                <p:nvPr/>
              </p:nvSpPr>
              <p:spPr>
                <a:xfrm>
                  <a:off x="541143" y="797969"/>
                  <a:ext cx="40541" cy="404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8" h="337" extrusionOk="0">
                      <a:moveTo>
                        <a:pt x="168" y="0"/>
                      </a:moveTo>
                      <a:lnTo>
                        <a:pt x="139" y="132"/>
                      </a:lnTo>
                      <a:lnTo>
                        <a:pt x="1" y="167"/>
                      </a:lnTo>
                      <a:lnTo>
                        <a:pt x="139" y="192"/>
                      </a:lnTo>
                      <a:lnTo>
                        <a:pt x="168" y="337"/>
                      </a:lnTo>
                      <a:lnTo>
                        <a:pt x="199" y="192"/>
                      </a:lnTo>
                      <a:lnTo>
                        <a:pt x="338" y="167"/>
                      </a:lnTo>
                      <a:lnTo>
                        <a:pt x="199" y="132"/>
                      </a:lnTo>
                      <a:lnTo>
                        <a:pt x="168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73" name="Google Shape;1073;p28"/>
                <p:cNvSpPr/>
                <p:nvPr/>
              </p:nvSpPr>
              <p:spPr>
                <a:xfrm>
                  <a:off x="577365" y="898719"/>
                  <a:ext cx="23509" cy="230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6" h="192" extrusionOk="0">
                      <a:moveTo>
                        <a:pt x="98" y="0"/>
                      </a:moveTo>
                      <a:lnTo>
                        <a:pt x="80" y="79"/>
                      </a:lnTo>
                      <a:lnTo>
                        <a:pt x="1" y="94"/>
                      </a:lnTo>
                      <a:lnTo>
                        <a:pt x="80" y="110"/>
                      </a:lnTo>
                      <a:lnTo>
                        <a:pt x="98" y="192"/>
                      </a:lnTo>
                      <a:lnTo>
                        <a:pt x="117" y="110"/>
                      </a:lnTo>
                      <a:lnTo>
                        <a:pt x="196" y="94"/>
                      </a:lnTo>
                      <a:lnTo>
                        <a:pt x="117" y="79"/>
                      </a:lnTo>
                      <a:lnTo>
                        <a:pt x="98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74" name="Google Shape;1074;p28"/>
                <p:cNvSpPr/>
                <p:nvPr/>
              </p:nvSpPr>
              <p:spPr>
                <a:xfrm>
                  <a:off x="765311" y="823276"/>
                  <a:ext cx="116704" cy="1946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3" h="1623" extrusionOk="0">
                      <a:moveTo>
                        <a:pt x="0" y="0"/>
                      </a:moveTo>
                      <a:lnTo>
                        <a:pt x="0" y="1387"/>
                      </a:lnTo>
                      <a:lnTo>
                        <a:pt x="340" y="1129"/>
                      </a:lnTo>
                      <a:lnTo>
                        <a:pt x="544" y="1623"/>
                      </a:lnTo>
                      <a:lnTo>
                        <a:pt x="749" y="1538"/>
                      </a:lnTo>
                      <a:lnTo>
                        <a:pt x="544" y="1047"/>
                      </a:lnTo>
                      <a:lnTo>
                        <a:pt x="972" y="98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75" name="Google Shape;1075;p28"/>
                <p:cNvSpPr/>
                <p:nvPr/>
              </p:nvSpPr>
              <p:spPr>
                <a:xfrm>
                  <a:off x="697785" y="797609"/>
                  <a:ext cx="178954" cy="1286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92" h="1073" extrusionOk="0">
                      <a:moveTo>
                        <a:pt x="1027" y="85"/>
                      </a:moveTo>
                      <a:cubicBezTo>
                        <a:pt x="1184" y="85"/>
                        <a:pt x="1304" y="135"/>
                        <a:pt x="1346" y="211"/>
                      </a:cubicBezTo>
                      <a:cubicBezTo>
                        <a:pt x="1378" y="274"/>
                        <a:pt x="1381" y="343"/>
                        <a:pt x="1353" y="412"/>
                      </a:cubicBezTo>
                      <a:cubicBezTo>
                        <a:pt x="1261" y="642"/>
                        <a:pt x="1079" y="824"/>
                        <a:pt x="849" y="915"/>
                      </a:cubicBezTo>
                      <a:cubicBezTo>
                        <a:pt x="708" y="977"/>
                        <a:pt x="575" y="1001"/>
                        <a:pt x="461" y="1001"/>
                      </a:cubicBezTo>
                      <a:cubicBezTo>
                        <a:pt x="283" y="1001"/>
                        <a:pt x="153" y="941"/>
                        <a:pt x="117" y="868"/>
                      </a:cubicBezTo>
                      <a:cubicBezTo>
                        <a:pt x="54" y="746"/>
                        <a:pt x="117" y="450"/>
                        <a:pt x="563" y="208"/>
                      </a:cubicBezTo>
                      <a:cubicBezTo>
                        <a:pt x="702" y="129"/>
                        <a:pt x="856" y="88"/>
                        <a:pt x="1013" y="85"/>
                      </a:cubicBezTo>
                      <a:cubicBezTo>
                        <a:pt x="1018" y="85"/>
                        <a:pt x="1023" y="85"/>
                        <a:pt x="1027" y="85"/>
                      </a:cubicBezTo>
                      <a:close/>
                      <a:moveTo>
                        <a:pt x="1032" y="1"/>
                      </a:moveTo>
                      <a:cubicBezTo>
                        <a:pt x="887" y="1"/>
                        <a:pt x="720" y="38"/>
                        <a:pt x="554" y="129"/>
                      </a:cubicBezTo>
                      <a:cubicBezTo>
                        <a:pt x="60" y="400"/>
                        <a:pt x="0" y="733"/>
                        <a:pt x="79" y="890"/>
                      </a:cubicBezTo>
                      <a:cubicBezTo>
                        <a:pt x="132" y="1000"/>
                        <a:pt x="290" y="1073"/>
                        <a:pt x="488" y="1073"/>
                      </a:cubicBezTo>
                      <a:cubicBezTo>
                        <a:pt x="636" y="1073"/>
                        <a:pt x="780" y="1035"/>
                        <a:pt x="909" y="978"/>
                      </a:cubicBezTo>
                      <a:cubicBezTo>
                        <a:pt x="1161" y="878"/>
                        <a:pt x="1356" y="680"/>
                        <a:pt x="1456" y="428"/>
                      </a:cubicBezTo>
                      <a:cubicBezTo>
                        <a:pt x="1491" y="340"/>
                        <a:pt x="1482" y="242"/>
                        <a:pt x="1441" y="161"/>
                      </a:cubicBezTo>
                      <a:cubicBezTo>
                        <a:pt x="1386" y="70"/>
                        <a:pt x="1230" y="1"/>
                        <a:pt x="1032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76" name="Google Shape;1076;p28"/>
                <p:cNvSpPr/>
                <p:nvPr/>
              </p:nvSpPr>
              <p:spPr>
                <a:xfrm>
                  <a:off x="706781" y="892962"/>
                  <a:ext cx="51455" cy="450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9" h="376" extrusionOk="0">
                      <a:moveTo>
                        <a:pt x="227" y="83"/>
                      </a:moveTo>
                      <a:cubicBezTo>
                        <a:pt x="268" y="83"/>
                        <a:pt x="300" y="105"/>
                        <a:pt x="318" y="136"/>
                      </a:cubicBezTo>
                      <a:cubicBezTo>
                        <a:pt x="347" y="186"/>
                        <a:pt x="328" y="249"/>
                        <a:pt x="278" y="278"/>
                      </a:cubicBezTo>
                      <a:cubicBezTo>
                        <a:pt x="255" y="294"/>
                        <a:pt x="230" y="302"/>
                        <a:pt x="205" y="302"/>
                      </a:cubicBezTo>
                      <a:cubicBezTo>
                        <a:pt x="171" y="302"/>
                        <a:pt x="138" y="287"/>
                        <a:pt x="114" y="256"/>
                      </a:cubicBezTo>
                      <a:cubicBezTo>
                        <a:pt x="92" y="231"/>
                        <a:pt x="83" y="193"/>
                        <a:pt x="98" y="158"/>
                      </a:cubicBezTo>
                      <a:cubicBezTo>
                        <a:pt x="127" y="111"/>
                        <a:pt x="174" y="83"/>
                        <a:pt x="227" y="83"/>
                      </a:cubicBezTo>
                      <a:close/>
                      <a:moveTo>
                        <a:pt x="233" y="1"/>
                      </a:moveTo>
                      <a:cubicBezTo>
                        <a:pt x="230" y="1"/>
                        <a:pt x="227" y="1"/>
                        <a:pt x="224" y="1"/>
                      </a:cubicBezTo>
                      <a:cubicBezTo>
                        <a:pt x="142" y="1"/>
                        <a:pt x="67" y="48"/>
                        <a:pt x="29" y="120"/>
                      </a:cubicBezTo>
                      <a:cubicBezTo>
                        <a:pt x="1" y="177"/>
                        <a:pt x="10" y="249"/>
                        <a:pt x="51" y="300"/>
                      </a:cubicBezTo>
                      <a:cubicBezTo>
                        <a:pt x="86" y="347"/>
                        <a:pt x="139" y="375"/>
                        <a:pt x="199" y="375"/>
                      </a:cubicBezTo>
                      <a:cubicBezTo>
                        <a:pt x="240" y="375"/>
                        <a:pt x="281" y="359"/>
                        <a:pt x="312" y="334"/>
                      </a:cubicBezTo>
                      <a:cubicBezTo>
                        <a:pt x="397" y="284"/>
                        <a:pt x="428" y="177"/>
                        <a:pt x="381" y="92"/>
                      </a:cubicBezTo>
                      <a:cubicBezTo>
                        <a:pt x="351" y="35"/>
                        <a:pt x="298" y="1"/>
                        <a:pt x="233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77" name="Google Shape;1077;p28"/>
                <p:cNvSpPr/>
                <p:nvPr/>
              </p:nvSpPr>
              <p:spPr>
                <a:xfrm>
                  <a:off x="740724" y="925466"/>
                  <a:ext cx="25428" cy="370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" h="309" extrusionOk="0">
                      <a:moveTo>
                        <a:pt x="29" y="0"/>
                      </a:moveTo>
                      <a:lnTo>
                        <a:pt x="1" y="73"/>
                      </a:lnTo>
                      <a:cubicBezTo>
                        <a:pt x="39" y="88"/>
                        <a:pt x="127" y="136"/>
                        <a:pt x="130" y="180"/>
                      </a:cubicBezTo>
                      <a:cubicBezTo>
                        <a:pt x="136" y="202"/>
                        <a:pt x="108" y="230"/>
                        <a:pt x="83" y="246"/>
                      </a:cubicBezTo>
                      <a:lnTo>
                        <a:pt x="130" y="309"/>
                      </a:lnTo>
                      <a:cubicBezTo>
                        <a:pt x="183" y="280"/>
                        <a:pt x="212" y="227"/>
                        <a:pt x="208" y="170"/>
                      </a:cubicBezTo>
                      <a:cubicBezTo>
                        <a:pt x="193" y="70"/>
                        <a:pt x="45" y="10"/>
                        <a:pt x="29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78" name="Google Shape;1078;p28"/>
                <p:cNvSpPr/>
                <p:nvPr/>
              </p:nvSpPr>
              <p:spPr>
                <a:xfrm>
                  <a:off x="448430" y="1117491"/>
                  <a:ext cx="143091" cy="1430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3" h="1193" extrusionOk="0">
                      <a:moveTo>
                        <a:pt x="947" y="0"/>
                      </a:moveTo>
                      <a:cubicBezTo>
                        <a:pt x="670" y="76"/>
                        <a:pt x="412" y="208"/>
                        <a:pt x="198" y="397"/>
                      </a:cubicBezTo>
                      <a:cubicBezTo>
                        <a:pt x="308" y="787"/>
                        <a:pt x="0" y="1104"/>
                        <a:pt x="3" y="1107"/>
                      </a:cubicBezTo>
                      <a:lnTo>
                        <a:pt x="29" y="1133"/>
                      </a:lnTo>
                      <a:lnTo>
                        <a:pt x="519" y="636"/>
                      </a:lnTo>
                      <a:cubicBezTo>
                        <a:pt x="500" y="601"/>
                        <a:pt x="500" y="557"/>
                        <a:pt x="519" y="522"/>
                      </a:cubicBezTo>
                      <a:cubicBezTo>
                        <a:pt x="540" y="490"/>
                        <a:pt x="575" y="472"/>
                        <a:pt x="612" y="472"/>
                      </a:cubicBezTo>
                      <a:cubicBezTo>
                        <a:pt x="631" y="472"/>
                        <a:pt x="652" y="477"/>
                        <a:pt x="670" y="488"/>
                      </a:cubicBezTo>
                      <a:cubicBezTo>
                        <a:pt x="721" y="519"/>
                        <a:pt x="736" y="585"/>
                        <a:pt x="705" y="639"/>
                      </a:cubicBezTo>
                      <a:cubicBezTo>
                        <a:pt x="684" y="672"/>
                        <a:pt x="649" y="690"/>
                        <a:pt x="613" y="690"/>
                      </a:cubicBezTo>
                      <a:cubicBezTo>
                        <a:pt x="593" y="690"/>
                        <a:pt x="573" y="684"/>
                        <a:pt x="554" y="673"/>
                      </a:cubicBezTo>
                      <a:lnTo>
                        <a:pt x="63" y="1167"/>
                      </a:lnTo>
                      <a:lnTo>
                        <a:pt x="88" y="1192"/>
                      </a:lnTo>
                      <a:cubicBezTo>
                        <a:pt x="88" y="1192"/>
                        <a:pt x="317" y="970"/>
                        <a:pt x="625" y="970"/>
                      </a:cubicBezTo>
                      <a:cubicBezTo>
                        <a:pt x="679" y="970"/>
                        <a:pt x="737" y="978"/>
                        <a:pt x="796" y="994"/>
                      </a:cubicBezTo>
                      <a:cubicBezTo>
                        <a:pt x="982" y="780"/>
                        <a:pt x="1117" y="522"/>
                        <a:pt x="1192" y="246"/>
                      </a:cubicBezTo>
                      <a:lnTo>
                        <a:pt x="947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79" name="Google Shape;1079;p28"/>
                <p:cNvSpPr/>
                <p:nvPr/>
              </p:nvSpPr>
              <p:spPr>
                <a:xfrm>
                  <a:off x="551338" y="1096382"/>
                  <a:ext cx="61291" cy="611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1" h="510" extrusionOk="0">
                      <a:moveTo>
                        <a:pt x="152" y="0"/>
                      </a:moveTo>
                      <a:lnTo>
                        <a:pt x="1" y="151"/>
                      </a:lnTo>
                      <a:lnTo>
                        <a:pt x="359" y="510"/>
                      </a:lnTo>
                      <a:lnTo>
                        <a:pt x="510" y="359"/>
                      </a:lnTo>
                      <a:lnTo>
                        <a:pt x="152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80" name="Google Shape;1080;p28"/>
                <p:cNvSpPr/>
                <p:nvPr/>
              </p:nvSpPr>
              <p:spPr>
                <a:xfrm>
                  <a:off x="736286" y="1117491"/>
                  <a:ext cx="142612" cy="1430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9" h="1193" extrusionOk="0">
                      <a:moveTo>
                        <a:pt x="947" y="0"/>
                      </a:moveTo>
                      <a:cubicBezTo>
                        <a:pt x="667" y="76"/>
                        <a:pt x="412" y="208"/>
                        <a:pt x="195" y="397"/>
                      </a:cubicBezTo>
                      <a:cubicBezTo>
                        <a:pt x="302" y="787"/>
                        <a:pt x="0" y="1104"/>
                        <a:pt x="3" y="1107"/>
                      </a:cubicBezTo>
                      <a:lnTo>
                        <a:pt x="25" y="1133"/>
                      </a:lnTo>
                      <a:lnTo>
                        <a:pt x="519" y="636"/>
                      </a:lnTo>
                      <a:cubicBezTo>
                        <a:pt x="497" y="601"/>
                        <a:pt x="497" y="557"/>
                        <a:pt x="519" y="522"/>
                      </a:cubicBezTo>
                      <a:cubicBezTo>
                        <a:pt x="539" y="490"/>
                        <a:pt x="575" y="472"/>
                        <a:pt x="610" y="472"/>
                      </a:cubicBezTo>
                      <a:cubicBezTo>
                        <a:pt x="630" y="472"/>
                        <a:pt x="649" y="477"/>
                        <a:pt x="667" y="488"/>
                      </a:cubicBezTo>
                      <a:cubicBezTo>
                        <a:pt x="717" y="519"/>
                        <a:pt x="733" y="585"/>
                        <a:pt x="701" y="639"/>
                      </a:cubicBezTo>
                      <a:cubicBezTo>
                        <a:pt x="681" y="672"/>
                        <a:pt x="646" y="690"/>
                        <a:pt x="610" y="690"/>
                      </a:cubicBezTo>
                      <a:cubicBezTo>
                        <a:pt x="591" y="690"/>
                        <a:pt x="571" y="684"/>
                        <a:pt x="554" y="673"/>
                      </a:cubicBezTo>
                      <a:lnTo>
                        <a:pt x="63" y="1167"/>
                      </a:lnTo>
                      <a:lnTo>
                        <a:pt x="85" y="1192"/>
                      </a:lnTo>
                      <a:cubicBezTo>
                        <a:pt x="85" y="1192"/>
                        <a:pt x="314" y="970"/>
                        <a:pt x="621" y="970"/>
                      </a:cubicBezTo>
                      <a:cubicBezTo>
                        <a:pt x="676" y="970"/>
                        <a:pt x="734" y="978"/>
                        <a:pt x="793" y="994"/>
                      </a:cubicBezTo>
                      <a:cubicBezTo>
                        <a:pt x="981" y="780"/>
                        <a:pt x="1113" y="519"/>
                        <a:pt x="1189" y="246"/>
                      </a:cubicBezTo>
                      <a:lnTo>
                        <a:pt x="947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81" name="Google Shape;1081;p28"/>
                <p:cNvSpPr/>
                <p:nvPr/>
              </p:nvSpPr>
              <p:spPr>
                <a:xfrm>
                  <a:off x="839194" y="1096382"/>
                  <a:ext cx="60931" cy="608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8" h="507" extrusionOk="0">
                      <a:moveTo>
                        <a:pt x="149" y="0"/>
                      </a:moveTo>
                      <a:lnTo>
                        <a:pt x="1" y="148"/>
                      </a:lnTo>
                      <a:lnTo>
                        <a:pt x="359" y="507"/>
                      </a:lnTo>
                      <a:lnTo>
                        <a:pt x="507" y="359"/>
                      </a:lnTo>
                      <a:lnTo>
                        <a:pt x="149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82" name="Google Shape;1082;p28"/>
                <p:cNvSpPr/>
                <p:nvPr/>
              </p:nvSpPr>
              <p:spPr>
                <a:xfrm>
                  <a:off x="693947" y="1119770"/>
                  <a:ext cx="50376" cy="1378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0" h="1149" extrusionOk="0">
                      <a:moveTo>
                        <a:pt x="10" y="0"/>
                      </a:moveTo>
                      <a:lnTo>
                        <a:pt x="1" y="76"/>
                      </a:lnTo>
                      <a:cubicBezTo>
                        <a:pt x="95" y="88"/>
                        <a:pt x="180" y="135"/>
                        <a:pt x="237" y="208"/>
                      </a:cubicBezTo>
                      <a:cubicBezTo>
                        <a:pt x="274" y="293"/>
                        <a:pt x="265" y="390"/>
                        <a:pt x="215" y="469"/>
                      </a:cubicBezTo>
                      <a:cubicBezTo>
                        <a:pt x="64" y="771"/>
                        <a:pt x="105" y="937"/>
                        <a:pt x="155" y="1019"/>
                      </a:cubicBezTo>
                      <a:cubicBezTo>
                        <a:pt x="208" y="1099"/>
                        <a:pt x="301" y="1149"/>
                        <a:pt x="399" y="1149"/>
                      </a:cubicBezTo>
                      <a:cubicBezTo>
                        <a:pt x="404" y="1149"/>
                        <a:pt x="410" y="1149"/>
                        <a:pt x="416" y="1148"/>
                      </a:cubicBezTo>
                      <a:lnTo>
                        <a:pt x="419" y="1070"/>
                      </a:lnTo>
                      <a:lnTo>
                        <a:pt x="419" y="1070"/>
                      </a:lnTo>
                      <a:cubicBezTo>
                        <a:pt x="415" y="1070"/>
                        <a:pt x="412" y="1070"/>
                        <a:pt x="408" y="1070"/>
                      </a:cubicBezTo>
                      <a:cubicBezTo>
                        <a:pt x="336" y="1070"/>
                        <a:pt x="266" y="1041"/>
                        <a:pt x="221" y="981"/>
                      </a:cubicBezTo>
                      <a:cubicBezTo>
                        <a:pt x="180" y="909"/>
                        <a:pt x="155" y="771"/>
                        <a:pt x="284" y="503"/>
                      </a:cubicBezTo>
                      <a:cubicBezTo>
                        <a:pt x="344" y="406"/>
                        <a:pt x="350" y="280"/>
                        <a:pt x="306" y="173"/>
                      </a:cubicBezTo>
                      <a:cubicBezTo>
                        <a:pt x="221" y="28"/>
                        <a:pt x="17" y="0"/>
                        <a:pt x="10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083" name="Google Shape;1083;p28"/>
              <p:cNvSpPr/>
              <p:nvPr/>
            </p:nvSpPr>
            <p:spPr>
              <a:xfrm>
                <a:off x="644760" y="2463486"/>
                <a:ext cx="95510" cy="119366"/>
              </a:xfrm>
              <a:custGeom>
                <a:avLst/>
                <a:gdLst/>
                <a:ahLst/>
                <a:cxnLst/>
                <a:rect l="l" t="t" r="r" b="b"/>
                <a:pathLst>
                  <a:path w="1073" h="1341" extrusionOk="0">
                    <a:moveTo>
                      <a:pt x="0" y="1"/>
                    </a:moveTo>
                    <a:lnTo>
                      <a:pt x="0" y="268"/>
                    </a:lnTo>
                    <a:lnTo>
                      <a:pt x="110" y="268"/>
                    </a:lnTo>
                    <a:cubicBezTo>
                      <a:pt x="110" y="268"/>
                      <a:pt x="127" y="279"/>
                      <a:pt x="139" y="279"/>
                    </a:cubicBezTo>
                    <a:cubicBezTo>
                      <a:pt x="143" y="279"/>
                      <a:pt x="147" y="277"/>
                      <a:pt x="148" y="271"/>
                    </a:cubicBezTo>
                    <a:cubicBezTo>
                      <a:pt x="148" y="259"/>
                      <a:pt x="158" y="237"/>
                      <a:pt x="158" y="177"/>
                    </a:cubicBezTo>
                    <a:lnTo>
                      <a:pt x="447" y="177"/>
                    </a:lnTo>
                    <a:lnTo>
                      <a:pt x="447" y="1133"/>
                    </a:lnTo>
                    <a:lnTo>
                      <a:pt x="375" y="1139"/>
                    </a:lnTo>
                    <a:cubicBezTo>
                      <a:pt x="362" y="1146"/>
                      <a:pt x="353" y="1146"/>
                      <a:pt x="346" y="1146"/>
                    </a:cubicBezTo>
                    <a:lnTo>
                      <a:pt x="334" y="1146"/>
                    </a:lnTo>
                    <a:cubicBezTo>
                      <a:pt x="305" y="1149"/>
                      <a:pt x="268" y="1199"/>
                      <a:pt x="268" y="1199"/>
                    </a:cubicBezTo>
                    <a:lnTo>
                      <a:pt x="268" y="1341"/>
                    </a:lnTo>
                    <a:lnTo>
                      <a:pt x="805" y="1341"/>
                    </a:lnTo>
                    <a:lnTo>
                      <a:pt x="805" y="1199"/>
                    </a:lnTo>
                    <a:cubicBezTo>
                      <a:pt x="805" y="1199"/>
                      <a:pt x="790" y="1149"/>
                      <a:pt x="761" y="1146"/>
                    </a:cubicBezTo>
                    <a:lnTo>
                      <a:pt x="752" y="1146"/>
                    </a:lnTo>
                    <a:cubicBezTo>
                      <a:pt x="743" y="1146"/>
                      <a:pt x="736" y="1139"/>
                      <a:pt x="724" y="1139"/>
                    </a:cubicBezTo>
                    <a:lnTo>
                      <a:pt x="626" y="1133"/>
                    </a:lnTo>
                    <a:lnTo>
                      <a:pt x="626" y="177"/>
                    </a:lnTo>
                    <a:lnTo>
                      <a:pt x="941" y="177"/>
                    </a:lnTo>
                    <a:cubicBezTo>
                      <a:pt x="944" y="237"/>
                      <a:pt x="947" y="259"/>
                      <a:pt x="947" y="271"/>
                    </a:cubicBezTo>
                    <a:cubicBezTo>
                      <a:pt x="948" y="277"/>
                      <a:pt x="952" y="279"/>
                      <a:pt x="958" y="279"/>
                    </a:cubicBezTo>
                    <a:cubicBezTo>
                      <a:pt x="971" y="279"/>
                      <a:pt x="991" y="268"/>
                      <a:pt x="991" y="268"/>
                    </a:cubicBezTo>
                    <a:lnTo>
                      <a:pt x="1073" y="268"/>
                    </a:lnTo>
                    <a:lnTo>
                      <a:pt x="1073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4" name="Google Shape;1084;p28"/>
              <p:cNvSpPr/>
              <p:nvPr/>
            </p:nvSpPr>
            <p:spPr>
              <a:xfrm>
                <a:off x="636660" y="2686904"/>
                <a:ext cx="119900" cy="119900"/>
              </a:xfrm>
              <a:custGeom>
                <a:avLst/>
                <a:gdLst/>
                <a:ahLst/>
                <a:cxnLst/>
                <a:rect l="l" t="t" r="r" b="b"/>
                <a:pathLst>
                  <a:path w="1347" h="1347" extrusionOk="0">
                    <a:moveTo>
                      <a:pt x="1255" y="92"/>
                    </a:moveTo>
                    <a:lnTo>
                      <a:pt x="1255" y="1171"/>
                    </a:lnTo>
                    <a:lnTo>
                      <a:pt x="176" y="1171"/>
                    </a:lnTo>
                    <a:lnTo>
                      <a:pt x="176" y="92"/>
                    </a:lnTo>
                    <a:close/>
                    <a:moveTo>
                      <a:pt x="0" y="1"/>
                    </a:moveTo>
                    <a:lnTo>
                      <a:pt x="0" y="1347"/>
                    </a:lnTo>
                    <a:lnTo>
                      <a:pt x="1346" y="1347"/>
                    </a:lnTo>
                    <a:lnTo>
                      <a:pt x="1346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5" name="Google Shape;1085;p28"/>
              <p:cNvSpPr/>
              <p:nvPr/>
            </p:nvSpPr>
            <p:spPr>
              <a:xfrm>
                <a:off x="843789" y="3070187"/>
                <a:ext cx="103967" cy="96133"/>
              </a:xfrm>
              <a:custGeom>
                <a:avLst/>
                <a:gdLst/>
                <a:ahLst/>
                <a:cxnLst/>
                <a:rect l="l" t="t" r="r" b="b"/>
                <a:pathLst>
                  <a:path w="1168" h="1080" extrusionOk="0">
                    <a:moveTo>
                      <a:pt x="991" y="92"/>
                    </a:moveTo>
                    <a:lnTo>
                      <a:pt x="991" y="897"/>
                    </a:lnTo>
                    <a:lnTo>
                      <a:pt x="95" y="897"/>
                    </a:lnTo>
                    <a:lnTo>
                      <a:pt x="95" y="92"/>
                    </a:lnTo>
                    <a:close/>
                    <a:moveTo>
                      <a:pt x="1" y="1"/>
                    </a:moveTo>
                    <a:lnTo>
                      <a:pt x="1" y="1079"/>
                    </a:lnTo>
                    <a:lnTo>
                      <a:pt x="1167" y="1079"/>
                    </a:lnTo>
                    <a:lnTo>
                      <a:pt x="1167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6" name="Google Shape;1086;p28"/>
              <p:cNvSpPr/>
              <p:nvPr/>
            </p:nvSpPr>
            <p:spPr>
              <a:xfrm>
                <a:off x="820023" y="3125908"/>
                <a:ext cx="71744" cy="64178"/>
              </a:xfrm>
              <a:custGeom>
                <a:avLst/>
                <a:gdLst/>
                <a:ahLst/>
                <a:cxnLst/>
                <a:rect l="l" t="t" r="r" b="b"/>
                <a:pathLst>
                  <a:path w="806" h="721" extrusionOk="0">
                    <a:moveTo>
                      <a:pt x="629" y="95"/>
                    </a:moveTo>
                    <a:lnTo>
                      <a:pt x="629" y="633"/>
                    </a:lnTo>
                    <a:lnTo>
                      <a:pt x="91" y="633"/>
                    </a:lnTo>
                    <a:lnTo>
                      <a:pt x="91" y="95"/>
                    </a:lnTo>
                    <a:close/>
                    <a:moveTo>
                      <a:pt x="0" y="0"/>
                    </a:moveTo>
                    <a:lnTo>
                      <a:pt x="0" y="721"/>
                    </a:lnTo>
                    <a:lnTo>
                      <a:pt x="805" y="721"/>
                    </a:lnTo>
                    <a:lnTo>
                      <a:pt x="80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7" name="Google Shape;1087;p28"/>
              <p:cNvSpPr/>
              <p:nvPr/>
            </p:nvSpPr>
            <p:spPr>
              <a:xfrm>
                <a:off x="897819" y="3087811"/>
                <a:ext cx="30353" cy="30620"/>
              </a:xfrm>
              <a:custGeom>
                <a:avLst/>
                <a:gdLst/>
                <a:ahLst/>
                <a:cxnLst/>
                <a:rect l="l" t="t" r="r" b="b"/>
                <a:pathLst>
                  <a:path w="341" h="344" extrusionOk="0">
                    <a:moveTo>
                      <a:pt x="290" y="1"/>
                    </a:moveTo>
                    <a:lnTo>
                      <a:pt x="1" y="290"/>
                    </a:lnTo>
                    <a:lnTo>
                      <a:pt x="51" y="344"/>
                    </a:lnTo>
                    <a:lnTo>
                      <a:pt x="340" y="54"/>
                    </a:lnTo>
                    <a:lnTo>
                      <a:pt x="29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8" name="Google Shape;1088;p28"/>
              <p:cNvSpPr/>
              <p:nvPr/>
            </p:nvSpPr>
            <p:spPr>
              <a:xfrm>
                <a:off x="916066" y="3086387"/>
                <a:ext cx="16022" cy="23944"/>
              </a:xfrm>
              <a:custGeom>
                <a:avLst/>
                <a:gdLst/>
                <a:ahLst/>
                <a:cxnLst/>
                <a:rect l="l" t="t" r="r" b="b"/>
                <a:pathLst>
                  <a:path w="180" h="269" extrusionOk="0">
                    <a:moveTo>
                      <a:pt x="0" y="1"/>
                    </a:moveTo>
                    <a:lnTo>
                      <a:pt x="0" y="92"/>
                    </a:lnTo>
                    <a:lnTo>
                      <a:pt x="88" y="92"/>
                    </a:lnTo>
                    <a:lnTo>
                      <a:pt x="88" y="268"/>
                    </a:lnTo>
                    <a:lnTo>
                      <a:pt x="179" y="268"/>
                    </a:lnTo>
                    <a:lnTo>
                      <a:pt x="179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9" name="Google Shape;1089;p28"/>
              <p:cNvSpPr/>
              <p:nvPr/>
            </p:nvSpPr>
            <p:spPr>
              <a:xfrm>
                <a:off x="836223" y="2648095"/>
                <a:ext cx="146248" cy="158709"/>
              </a:xfrm>
              <a:custGeom>
                <a:avLst/>
                <a:gdLst/>
                <a:ahLst/>
                <a:cxnLst/>
                <a:rect l="l" t="t" r="r" b="b"/>
                <a:pathLst>
                  <a:path w="1643" h="1783" extrusionOk="0">
                    <a:moveTo>
                      <a:pt x="1079" y="59"/>
                    </a:moveTo>
                    <a:cubicBezTo>
                      <a:pt x="1284" y="59"/>
                      <a:pt x="1457" y="248"/>
                      <a:pt x="1438" y="500"/>
                    </a:cubicBezTo>
                    <a:cubicBezTo>
                      <a:pt x="1425" y="651"/>
                      <a:pt x="1322" y="776"/>
                      <a:pt x="1183" y="830"/>
                    </a:cubicBezTo>
                    <a:lnTo>
                      <a:pt x="1168" y="836"/>
                    </a:lnTo>
                    <a:lnTo>
                      <a:pt x="1168" y="1607"/>
                    </a:lnTo>
                    <a:lnTo>
                      <a:pt x="89" y="1607"/>
                    </a:lnTo>
                    <a:lnTo>
                      <a:pt x="95" y="528"/>
                    </a:lnTo>
                    <a:lnTo>
                      <a:pt x="724" y="528"/>
                    </a:lnTo>
                    <a:lnTo>
                      <a:pt x="724" y="443"/>
                    </a:lnTo>
                    <a:cubicBezTo>
                      <a:pt x="724" y="229"/>
                      <a:pt x="884" y="59"/>
                      <a:pt x="1079" y="59"/>
                    </a:cubicBezTo>
                    <a:close/>
                    <a:moveTo>
                      <a:pt x="1131" y="0"/>
                    </a:moveTo>
                    <a:cubicBezTo>
                      <a:pt x="881" y="0"/>
                      <a:pt x="664" y="185"/>
                      <a:pt x="630" y="437"/>
                    </a:cubicBezTo>
                    <a:lnTo>
                      <a:pt x="1" y="437"/>
                    </a:lnTo>
                    <a:lnTo>
                      <a:pt x="1" y="1783"/>
                    </a:lnTo>
                    <a:lnTo>
                      <a:pt x="1340" y="1783"/>
                    </a:lnTo>
                    <a:lnTo>
                      <a:pt x="1344" y="968"/>
                    </a:lnTo>
                    <a:cubicBezTo>
                      <a:pt x="1523" y="886"/>
                      <a:pt x="1642" y="707"/>
                      <a:pt x="1642" y="506"/>
                    </a:cubicBezTo>
                    <a:cubicBezTo>
                      <a:pt x="1639" y="254"/>
                      <a:pt x="1454" y="40"/>
                      <a:pt x="1205" y="6"/>
                    </a:cubicBezTo>
                    <a:cubicBezTo>
                      <a:pt x="1180" y="2"/>
                      <a:pt x="1155" y="0"/>
                      <a:pt x="1131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0" name="Google Shape;1090;p28"/>
              <p:cNvSpPr/>
              <p:nvPr/>
            </p:nvSpPr>
            <p:spPr>
              <a:xfrm>
                <a:off x="873163" y="2720550"/>
                <a:ext cx="55544" cy="41569"/>
              </a:xfrm>
              <a:custGeom>
                <a:avLst/>
                <a:gdLst/>
                <a:ahLst/>
                <a:cxnLst/>
                <a:rect l="l" t="t" r="r" b="b"/>
                <a:pathLst>
                  <a:path w="624" h="467" extrusionOk="0">
                    <a:moveTo>
                      <a:pt x="355" y="0"/>
                    </a:moveTo>
                    <a:cubicBezTo>
                      <a:pt x="189" y="0"/>
                      <a:pt x="164" y="188"/>
                      <a:pt x="161" y="261"/>
                    </a:cubicBezTo>
                    <a:cubicBezTo>
                      <a:pt x="145" y="349"/>
                      <a:pt x="83" y="415"/>
                      <a:pt x="1" y="444"/>
                    </a:cubicBezTo>
                    <a:cubicBezTo>
                      <a:pt x="1" y="444"/>
                      <a:pt x="84" y="467"/>
                      <a:pt x="186" y="467"/>
                    </a:cubicBezTo>
                    <a:cubicBezTo>
                      <a:pt x="280" y="467"/>
                      <a:pt x="391" y="447"/>
                      <a:pt x="466" y="371"/>
                    </a:cubicBezTo>
                    <a:cubicBezTo>
                      <a:pt x="624" y="211"/>
                      <a:pt x="529" y="25"/>
                      <a:pt x="394" y="3"/>
                    </a:cubicBezTo>
                    <a:cubicBezTo>
                      <a:pt x="380" y="1"/>
                      <a:pt x="367" y="0"/>
                      <a:pt x="355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1" name="Google Shape;1091;p28"/>
              <p:cNvSpPr/>
              <p:nvPr/>
            </p:nvSpPr>
            <p:spPr>
              <a:xfrm>
                <a:off x="905385" y="2662871"/>
                <a:ext cx="65869" cy="67828"/>
              </a:xfrm>
              <a:custGeom>
                <a:avLst/>
                <a:gdLst/>
                <a:ahLst/>
                <a:cxnLst/>
                <a:rect l="l" t="t" r="r" b="b"/>
                <a:pathLst>
                  <a:path w="740" h="762" extrusionOk="0">
                    <a:moveTo>
                      <a:pt x="740" y="0"/>
                    </a:moveTo>
                    <a:lnTo>
                      <a:pt x="444" y="3"/>
                    </a:lnTo>
                    <a:lnTo>
                      <a:pt x="1" y="632"/>
                    </a:lnTo>
                    <a:lnTo>
                      <a:pt x="41" y="632"/>
                    </a:lnTo>
                    <a:cubicBezTo>
                      <a:pt x="111" y="645"/>
                      <a:pt x="173" y="692"/>
                      <a:pt x="205" y="761"/>
                    </a:cubicBezTo>
                    <a:lnTo>
                      <a:pt x="74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2" name="Google Shape;1092;p28"/>
              <p:cNvSpPr/>
              <p:nvPr/>
            </p:nvSpPr>
            <p:spPr>
              <a:xfrm>
                <a:off x="644493" y="2903914"/>
                <a:ext cx="94976" cy="94976"/>
              </a:xfrm>
              <a:custGeom>
                <a:avLst/>
                <a:gdLst/>
                <a:ahLst/>
                <a:cxnLst/>
                <a:rect l="l" t="t" r="r" b="b"/>
                <a:pathLst>
                  <a:path w="1067" h="1067" extrusionOk="0">
                    <a:moveTo>
                      <a:pt x="714" y="0"/>
                    </a:moveTo>
                    <a:lnTo>
                      <a:pt x="0" y="717"/>
                    </a:lnTo>
                    <a:lnTo>
                      <a:pt x="349" y="1066"/>
                    </a:lnTo>
                    <a:lnTo>
                      <a:pt x="1066" y="353"/>
                    </a:lnTo>
                    <a:lnTo>
                      <a:pt x="714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3" name="Google Shape;1093;p28"/>
              <p:cNvSpPr/>
              <p:nvPr/>
            </p:nvSpPr>
            <p:spPr>
              <a:xfrm>
                <a:off x="713655" y="2885132"/>
                <a:ext cx="44862" cy="44862"/>
              </a:xfrm>
              <a:custGeom>
                <a:avLst/>
                <a:gdLst/>
                <a:ahLst/>
                <a:cxnLst/>
                <a:rect l="l" t="t" r="r" b="b"/>
                <a:pathLst>
                  <a:path w="504" h="504" extrusionOk="0">
                    <a:moveTo>
                      <a:pt x="151" y="1"/>
                    </a:moveTo>
                    <a:lnTo>
                      <a:pt x="0" y="152"/>
                    </a:lnTo>
                    <a:lnTo>
                      <a:pt x="349" y="504"/>
                    </a:lnTo>
                    <a:lnTo>
                      <a:pt x="503" y="350"/>
                    </a:lnTo>
                    <a:lnTo>
                      <a:pt x="15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4" name="Google Shape;1094;p28"/>
              <p:cNvSpPr/>
              <p:nvPr/>
            </p:nvSpPr>
            <p:spPr>
              <a:xfrm>
                <a:off x="641912" y="2968536"/>
                <a:ext cx="33469" cy="33113"/>
              </a:xfrm>
              <a:custGeom>
                <a:avLst/>
                <a:gdLst/>
                <a:ahLst/>
                <a:cxnLst/>
                <a:rect l="l" t="t" r="r" b="b"/>
                <a:pathLst>
                  <a:path w="376" h="372" extrusionOk="0">
                    <a:moveTo>
                      <a:pt x="29" y="1"/>
                    </a:moveTo>
                    <a:lnTo>
                      <a:pt x="1" y="372"/>
                    </a:lnTo>
                    <a:lnTo>
                      <a:pt x="375" y="347"/>
                    </a:lnTo>
                    <a:lnTo>
                      <a:pt x="369" y="268"/>
                    </a:lnTo>
                    <a:lnTo>
                      <a:pt x="83" y="290"/>
                    </a:lnTo>
                    <a:lnTo>
                      <a:pt x="108" y="7"/>
                    </a:lnTo>
                    <a:lnTo>
                      <a:pt x="2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5" name="Google Shape;1095;p28"/>
              <p:cNvSpPr/>
              <p:nvPr/>
            </p:nvSpPr>
            <p:spPr>
              <a:xfrm>
                <a:off x="905652" y="2901333"/>
                <a:ext cx="47711" cy="47711"/>
              </a:xfrm>
              <a:custGeom>
                <a:avLst/>
                <a:gdLst/>
                <a:ahLst/>
                <a:cxnLst/>
                <a:rect l="l" t="t" r="r" b="b"/>
                <a:pathLst>
                  <a:path w="536" h="536" extrusionOk="0">
                    <a:moveTo>
                      <a:pt x="268" y="105"/>
                    </a:moveTo>
                    <a:cubicBezTo>
                      <a:pt x="356" y="105"/>
                      <a:pt x="425" y="177"/>
                      <a:pt x="422" y="259"/>
                    </a:cubicBezTo>
                    <a:cubicBezTo>
                      <a:pt x="422" y="341"/>
                      <a:pt x="356" y="413"/>
                      <a:pt x="268" y="413"/>
                    </a:cubicBezTo>
                    <a:cubicBezTo>
                      <a:pt x="186" y="413"/>
                      <a:pt x="117" y="347"/>
                      <a:pt x="117" y="259"/>
                    </a:cubicBezTo>
                    <a:cubicBezTo>
                      <a:pt x="117" y="177"/>
                      <a:pt x="183" y="105"/>
                      <a:pt x="268" y="105"/>
                    </a:cubicBezTo>
                    <a:close/>
                    <a:moveTo>
                      <a:pt x="268" y="1"/>
                    </a:moveTo>
                    <a:cubicBezTo>
                      <a:pt x="123" y="1"/>
                      <a:pt x="1" y="120"/>
                      <a:pt x="1" y="268"/>
                    </a:cubicBezTo>
                    <a:cubicBezTo>
                      <a:pt x="1" y="413"/>
                      <a:pt x="120" y="536"/>
                      <a:pt x="268" y="536"/>
                    </a:cubicBezTo>
                    <a:cubicBezTo>
                      <a:pt x="419" y="536"/>
                      <a:pt x="535" y="413"/>
                      <a:pt x="535" y="268"/>
                    </a:cubicBezTo>
                    <a:cubicBezTo>
                      <a:pt x="535" y="120"/>
                      <a:pt x="419" y="1"/>
                      <a:pt x="26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6" name="Google Shape;1096;p28"/>
              <p:cNvSpPr/>
              <p:nvPr/>
            </p:nvSpPr>
            <p:spPr>
              <a:xfrm>
                <a:off x="819756" y="2934445"/>
                <a:ext cx="110375" cy="56701"/>
              </a:xfrm>
              <a:custGeom>
                <a:avLst/>
                <a:gdLst/>
                <a:ahLst/>
                <a:cxnLst/>
                <a:rect l="l" t="t" r="r" b="b"/>
                <a:pathLst>
                  <a:path w="1240" h="637" extrusionOk="0">
                    <a:moveTo>
                      <a:pt x="1057" y="0"/>
                    </a:moveTo>
                    <a:lnTo>
                      <a:pt x="0" y="582"/>
                    </a:lnTo>
                    <a:cubicBezTo>
                      <a:pt x="0" y="582"/>
                      <a:pt x="125" y="637"/>
                      <a:pt x="243" y="637"/>
                    </a:cubicBezTo>
                    <a:cubicBezTo>
                      <a:pt x="275" y="637"/>
                      <a:pt x="306" y="633"/>
                      <a:pt x="333" y="623"/>
                    </a:cubicBezTo>
                    <a:cubicBezTo>
                      <a:pt x="469" y="576"/>
                      <a:pt x="1239" y="104"/>
                      <a:pt x="1239" y="104"/>
                    </a:cubicBezTo>
                    <a:lnTo>
                      <a:pt x="105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7" name="Google Shape;1097;p28"/>
              <p:cNvSpPr/>
              <p:nvPr/>
            </p:nvSpPr>
            <p:spPr>
              <a:xfrm>
                <a:off x="905385" y="2954561"/>
                <a:ext cx="47711" cy="47711"/>
              </a:xfrm>
              <a:custGeom>
                <a:avLst/>
                <a:gdLst/>
                <a:ahLst/>
                <a:cxnLst/>
                <a:rect l="l" t="t" r="r" b="b"/>
                <a:pathLst>
                  <a:path w="536" h="536" extrusionOk="0">
                    <a:moveTo>
                      <a:pt x="268" y="107"/>
                    </a:moveTo>
                    <a:cubicBezTo>
                      <a:pt x="356" y="107"/>
                      <a:pt x="425" y="180"/>
                      <a:pt x="422" y="262"/>
                    </a:cubicBezTo>
                    <a:cubicBezTo>
                      <a:pt x="422" y="347"/>
                      <a:pt x="353" y="416"/>
                      <a:pt x="268" y="416"/>
                    </a:cubicBezTo>
                    <a:cubicBezTo>
                      <a:pt x="186" y="416"/>
                      <a:pt x="114" y="350"/>
                      <a:pt x="114" y="262"/>
                    </a:cubicBezTo>
                    <a:cubicBezTo>
                      <a:pt x="114" y="180"/>
                      <a:pt x="183" y="107"/>
                      <a:pt x="268" y="107"/>
                    </a:cubicBezTo>
                    <a:close/>
                    <a:moveTo>
                      <a:pt x="268" y="1"/>
                    </a:moveTo>
                    <a:cubicBezTo>
                      <a:pt x="123" y="1"/>
                      <a:pt x="1" y="120"/>
                      <a:pt x="1" y="268"/>
                    </a:cubicBezTo>
                    <a:cubicBezTo>
                      <a:pt x="1" y="413"/>
                      <a:pt x="117" y="535"/>
                      <a:pt x="268" y="535"/>
                    </a:cubicBezTo>
                    <a:cubicBezTo>
                      <a:pt x="419" y="535"/>
                      <a:pt x="535" y="413"/>
                      <a:pt x="535" y="268"/>
                    </a:cubicBezTo>
                    <a:cubicBezTo>
                      <a:pt x="535" y="120"/>
                      <a:pt x="419" y="1"/>
                      <a:pt x="26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8" name="Google Shape;1098;p28"/>
              <p:cNvSpPr/>
              <p:nvPr/>
            </p:nvSpPr>
            <p:spPr>
              <a:xfrm>
                <a:off x="818866" y="2911747"/>
                <a:ext cx="110376" cy="56879"/>
              </a:xfrm>
              <a:custGeom>
                <a:avLst/>
                <a:gdLst/>
                <a:ahLst/>
                <a:cxnLst/>
                <a:rect l="l" t="t" r="r" b="b"/>
                <a:pathLst>
                  <a:path w="1240" h="639" extrusionOk="0">
                    <a:moveTo>
                      <a:pt x="240" y="1"/>
                    </a:moveTo>
                    <a:cubicBezTo>
                      <a:pt x="122" y="1"/>
                      <a:pt x="1" y="57"/>
                      <a:pt x="1" y="57"/>
                    </a:cubicBezTo>
                    <a:lnTo>
                      <a:pt x="1061" y="639"/>
                    </a:lnTo>
                    <a:lnTo>
                      <a:pt x="1240" y="535"/>
                    </a:lnTo>
                    <a:cubicBezTo>
                      <a:pt x="1240" y="535"/>
                      <a:pt x="469" y="63"/>
                      <a:pt x="334" y="16"/>
                    </a:cubicBezTo>
                    <a:cubicBezTo>
                      <a:pt x="305" y="5"/>
                      <a:pt x="273" y="1"/>
                      <a:pt x="2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9" name="Google Shape;1099;p28"/>
              <p:cNvSpPr/>
              <p:nvPr/>
            </p:nvSpPr>
            <p:spPr>
              <a:xfrm>
                <a:off x="644493" y="3084785"/>
                <a:ext cx="56078" cy="87677"/>
              </a:xfrm>
              <a:custGeom>
                <a:avLst/>
                <a:gdLst/>
                <a:ahLst/>
                <a:cxnLst/>
                <a:rect l="l" t="t" r="r" b="b"/>
                <a:pathLst>
                  <a:path w="630" h="985" extrusionOk="0">
                    <a:moveTo>
                      <a:pt x="88" y="230"/>
                    </a:moveTo>
                    <a:lnTo>
                      <a:pt x="418" y="494"/>
                    </a:lnTo>
                    <a:lnTo>
                      <a:pt x="88" y="755"/>
                    </a:lnTo>
                    <a:lnTo>
                      <a:pt x="88" y="230"/>
                    </a:lnTo>
                    <a:close/>
                    <a:moveTo>
                      <a:pt x="0" y="0"/>
                    </a:moveTo>
                    <a:lnTo>
                      <a:pt x="0" y="985"/>
                    </a:lnTo>
                    <a:lnTo>
                      <a:pt x="629" y="49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0" name="Google Shape;1100;p28"/>
              <p:cNvSpPr/>
              <p:nvPr/>
            </p:nvSpPr>
            <p:spPr>
              <a:xfrm>
                <a:off x="701549" y="3085586"/>
                <a:ext cx="55010" cy="85452"/>
              </a:xfrm>
              <a:custGeom>
                <a:avLst/>
                <a:gdLst/>
                <a:ahLst/>
                <a:cxnLst/>
                <a:rect l="l" t="t" r="r" b="b"/>
                <a:pathLst>
                  <a:path w="618" h="960" extrusionOk="0">
                    <a:moveTo>
                      <a:pt x="617" y="1"/>
                    </a:moveTo>
                    <a:lnTo>
                      <a:pt x="1" y="482"/>
                    </a:lnTo>
                    <a:lnTo>
                      <a:pt x="617" y="960"/>
                    </a:lnTo>
                    <a:lnTo>
                      <a:pt x="617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1" name="Google Shape;1101;p28"/>
              <p:cNvSpPr/>
              <p:nvPr/>
            </p:nvSpPr>
            <p:spPr>
              <a:xfrm>
                <a:off x="700214" y="3078287"/>
                <a:ext cx="8189" cy="96133"/>
              </a:xfrm>
              <a:custGeom>
                <a:avLst/>
                <a:gdLst/>
                <a:ahLst/>
                <a:cxnLst/>
                <a:rect l="l" t="t" r="r" b="b"/>
                <a:pathLst>
                  <a:path w="92" h="1080" extrusionOk="0">
                    <a:moveTo>
                      <a:pt x="0" y="1"/>
                    </a:moveTo>
                    <a:lnTo>
                      <a:pt x="0" y="183"/>
                    </a:lnTo>
                    <a:lnTo>
                      <a:pt x="91" y="183"/>
                    </a:lnTo>
                    <a:lnTo>
                      <a:pt x="91" y="1"/>
                    </a:lnTo>
                    <a:close/>
                    <a:moveTo>
                      <a:pt x="0" y="268"/>
                    </a:moveTo>
                    <a:lnTo>
                      <a:pt x="0" y="451"/>
                    </a:lnTo>
                    <a:lnTo>
                      <a:pt x="91" y="451"/>
                    </a:lnTo>
                    <a:lnTo>
                      <a:pt x="91" y="268"/>
                    </a:lnTo>
                    <a:close/>
                    <a:moveTo>
                      <a:pt x="0" y="627"/>
                    </a:moveTo>
                    <a:lnTo>
                      <a:pt x="0" y="806"/>
                    </a:lnTo>
                    <a:lnTo>
                      <a:pt x="91" y="806"/>
                    </a:lnTo>
                    <a:lnTo>
                      <a:pt x="91" y="627"/>
                    </a:lnTo>
                    <a:close/>
                    <a:moveTo>
                      <a:pt x="0" y="897"/>
                    </a:moveTo>
                    <a:lnTo>
                      <a:pt x="0" y="1080"/>
                    </a:lnTo>
                    <a:lnTo>
                      <a:pt x="91" y="1080"/>
                    </a:lnTo>
                    <a:lnTo>
                      <a:pt x="91" y="897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2" name="Google Shape;1102;p28"/>
              <p:cNvSpPr/>
              <p:nvPr/>
            </p:nvSpPr>
            <p:spPr>
              <a:xfrm>
                <a:off x="1661268" y="2079312"/>
                <a:ext cx="462865" cy="423789"/>
              </a:xfrm>
              <a:custGeom>
                <a:avLst/>
                <a:gdLst/>
                <a:ahLst/>
                <a:cxnLst/>
                <a:rect l="l" t="t" r="r" b="b"/>
                <a:pathLst>
                  <a:path w="5200" h="4761" extrusionOk="0">
                    <a:moveTo>
                      <a:pt x="2588" y="0"/>
                    </a:moveTo>
                    <a:cubicBezTo>
                      <a:pt x="2348" y="0"/>
                      <a:pt x="2114" y="48"/>
                      <a:pt x="1913" y="168"/>
                    </a:cubicBezTo>
                    <a:cubicBezTo>
                      <a:pt x="1120" y="637"/>
                      <a:pt x="551" y="1467"/>
                      <a:pt x="1" y="2150"/>
                    </a:cubicBezTo>
                    <a:lnTo>
                      <a:pt x="727" y="4760"/>
                    </a:lnTo>
                    <a:cubicBezTo>
                      <a:pt x="727" y="4760"/>
                      <a:pt x="2545" y="1939"/>
                      <a:pt x="2677" y="1832"/>
                    </a:cubicBezTo>
                    <a:cubicBezTo>
                      <a:pt x="2706" y="1810"/>
                      <a:pt x="2735" y="1801"/>
                      <a:pt x="2765" y="1801"/>
                    </a:cubicBezTo>
                    <a:cubicBezTo>
                      <a:pt x="2880" y="1801"/>
                      <a:pt x="3002" y="1943"/>
                      <a:pt x="3102" y="2055"/>
                    </a:cubicBezTo>
                    <a:cubicBezTo>
                      <a:pt x="3162" y="2159"/>
                      <a:pt x="3209" y="2263"/>
                      <a:pt x="3243" y="2373"/>
                    </a:cubicBezTo>
                    <a:cubicBezTo>
                      <a:pt x="3415" y="2806"/>
                      <a:pt x="3708" y="3505"/>
                      <a:pt x="4148" y="3505"/>
                    </a:cubicBezTo>
                    <a:cubicBezTo>
                      <a:pt x="4233" y="3505"/>
                      <a:pt x="4324" y="3479"/>
                      <a:pt x="4420" y="3420"/>
                    </a:cubicBezTo>
                    <a:cubicBezTo>
                      <a:pt x="5200" y="2936"/>
                      <a:pt x="4350" y="917"/>
                      <a:pt x="4168" y="621"/>
                    </a:cubicBezTo>
                    <a:cubicBezTo>
                      <a:pt x="4071" y="502"/>
                      <a:pt x="3948" y="404"/>
                      <a:pt x="3809" y="338"/>
                    </a:cubicBezTo>
                    <a:cubicBezTo>
                      <a:pt x="3497" y="165"/>
                      <a:pt x="3032" y="0"/>
                      <a:pt x="2588" y="0"/>
                    </a:cubicBezTo>
                    <a:close/>
                  </a:path>
                </a:pathLst>
              </a:custGeom>
              <a:solidFill>
                <a:srgbClr val="EB948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3" name="Google Shape;1103;p28"/>
              <p:cNvSpPr/>
              <p:nvPr/>
            </p:nvSpPr>
            <p:spPr>
              <a:xfrm>
                <a:off x="1661268" y="2079312"/>
                <a:ext cx="339138" cy="423789"/>
              </a:xfrm>
              <a:custGeom>
                <a:avLst/>
                <a:gdLst/>
                <a:ahLst/>
                <a:cxnLst/>
                <a:rect l="l" t="t" r="r" b="b"/>
                <a:pathLst>
                  <a:path w="3810" h="4761" extrusionOk="0">
                    <a:moveTo>
                      <a:pt x="2588" y="0"/>
                    </a:moveTo>
                    <a:cubicBezTo>
                      <a:pt x="2348" y="0"/>
                      <a:pt x="2114" y="48"/>
                      <a:pt x="1913" y="168"/>
                    </a:cubicBezTo>
                    <a:cubicBezTo>
                      <a:pt x="1120" y="637"/>
                      <a:pt x="551" y="1467"/>
                      <a:pt x="1" y="2150"/>
                    </a:cubicBezTo>
                    <a:lnTo>
                      <a:pt x="727" y="4760"/>
                    </a:lnTo>
                    <a:cubicBezTo>
                      <a:pt x="727" y="4760"/>
                      <a:pt x="2545" y="1939"/>
                      <a:pt x="2677" y="1832"/>
                    </a:cubicBezTo>
                    <a:cubicBezTo>
                      <a:pt x="2706" y="1810"/>
                      <a:pt x="2735" y="1801"/>
                      <a:pt x="2765" y="1801"/>
                    </a:cubicBezTo>
                    <a:cubicBezTo>
                      <a:pt x="2880" y="1801"/>
                      <a:pt x="3002" y="1943"/>
                      <a:pt x="3102" y="2055"/>
                    </a:cubicBezTo>
                    <a:cubicBezTo>
                      <a:pt x="3162" y="2159"/>
                      <a:pt x="3209" y="2263"/>
                      <a:pt x="3243" y="2373"/>
                    </a:cubicBezTo>
                    <a:cubicBezTo>
                      <a:pt x="3448" y="1650"/>
                      <a:pt x="3668" y="848"/>
                      <a:pt x="3809" y="338"/>
                    </a:cubicBezTo>
                    <a:cubicBezTo>
                      <a:pt x="3497" y="165"/>
                      <a:pt x="3032" y="0"/>
                      <a:pt x="2588" y="0"/>
                    </a:cubicBezTo>
                    <a:close/>
                  </a:path>
                </a:pathLst>
              </a:custGeom>
              <a:solidFill>
                <a:srgbClr val="423542">
                  <a:alpha val="393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4" name="Google Shape;1104;p28"/>
              <p:cNvSpPr/>
              <p:nvPr/>
            </p:nvSpPr>
            <p:spPr>
              <a:xfrm>
                <a:off x="1571723" y="1917490"/>
                <a:ext cx="562826" cy="845352"/>
              </a:xfrm>
              <a:custGeom>
                <a:avLst/>
                <a:gdLst/>
                <a:ahLst/>
                <a:cxnLst/>
                <a:rect l="l" t="t" r="r" b="b"/>
                <a:pathLst>
                  <a:path w="6323" h="9497" extrusionOk="0">
                    <a:moveTo>
                      <a:pt x="5847" y="1"/>
                    </a:moveTo>
                    <a:cubicBezTo>
                      <a:pt x="5458" y="1"/>
                      <a:pt x="4829" y="209"/>
                      <a:pt x="4111" y="401"/>
                    </a:cubicBezTo>
                    <a:cubicBezTo>
                      <a:pt x="2642" y="794"/>
                      <a:pt x="862" y="1357"/>
                      <a:pt x="516" y="2096"/>
                    </a:cubicBezTo>
                    <a:cubicBezTo>
                      <a:pt x="0" y="3191"/>
                      <a:pt x="302" y="4987"/>
                      <a:pt x="334" y="5534"/>
                    </a:cubicBezTo>
                    <a:cubicBezTo>
                      <a:pt x="365" y="6078"/>
                      <a:pt x="54" y="7928"/>
                      <a:pt x="54" y="7928"/>
                    </a:cubicBezTo>
                    <a:cubicBezTo>
                      <a:pt x="1648" y="8757"/>
                      <a:pt x="4138" y="9496"/>
                      <a:pt x="4774" y="9496"/>
                    </a:cubicBezTo>
                    <a:cubicBezTo>
                      <a:pt x="4865" y="9496"/>
                      <a:pt x="4918" y="9482"/>
                      <a:pt x="4926" y="9450"/>
                    </a:cubicBezTo>
                    <a:cubicBezTo>
                      <a:pt x="4973" y="9255"/>
                      <a:pt x="5294" y="8462"/>
                      <a:pt x="5781" y="7286"/>
                    </a:cubicBezTo>
                    <a:cubicBezTo>
                      <a:pt x="5297" y="6424"/>
                      <a:pt x="4539" y="4600"/>
                      <a:pt x="4337" y="4122"/>
                    </a:cubicBezTo>
                    <a:cubicBezTo>
                      <a:pt x="4020" y="3622"/>
                      <a:pt x="3617" y="2379"/>
                      <a:pt x="3677" y="2357"/>
                    </a:cubicBezTo>
                    <a:cubicBezTo>
                      <a:pt x="3778" y="2317"/>
                      <a:pt x="4133" y="2169"/>
                      <a:pt x="4545" y="1955"/>
                    </a:cubicBezTo>
                    <a:cubicBezTo>
                      <a:pt x="5092" y="1672"/>
                      <a:pt x="5746" y="1279"/>
                      <a:pt x="6070" y="863"/>
                    </a:cubicBezTo>
                    <a:cubicBezTo>
                      <a:pt x="6253" y="637"/>
                      <a:pt x="6322" y="411"/>
                      <a:pt x="6231" y="187"/>
                    </a:cubicBezTo>
                    <a:cubicBezTo>
                      <a:pt x="6177" y="53"/>
                      <a:pt x="6043" y="1"/>
                      <a:pt x="5847" y="1"/>
                    </a:cubicBezTo>
                    <a:close/>
                  </a:path>
                </a:pathLst>
              </a:custGeom>
              <a:solidFill>
                <a:srgbClr val="EB948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5" name="Google Shape;1105;p28"/>
              <p:cNvSpPr/>
              <p:nvPr/>
            </p:nvSpPr>
            <p:spPr>
              <a:xfrm>
                <a:off x="1957765" y="2067118"/>
                <a:ext cx="236239" cy="498915"/>
              </a:xfrm>
              <a:custGeom>
                <a:avLst/>
                <a:gdLst/>
                <a:ahLst/>
                <a:cxnLst/>
                <a:rect l="l" t="t" r="r" b="b"/>
                <a:pathLst>
                  <a:path w="2654" h="5605" extrusionOk="0">
                    <a:moveTo>
                      <a:pt x="1896" y="0"/>
                    </a:moveTo>
                    <a:cubicBezTo>
                      <a:pt x="1832" y="0"/>
                      <a:pt x="1757" y="12"/>
                      <a:pt x="1671" y="38"/>
                    </a:cubicBezTo>
                    <a:cubicBezTo>
                      <a:pt x="567" y="365"/>
                      <a:pt x="511" y="2643"/>
                      <a:pt x="213" y="2643"/>
                    </a:cubicBezTo>
                    <a:cubicBezTo>
                      <a:pt x="210" y="2643"/>
                      <a:pt x="208" y="2643"/>
                      <a:pt x="205" y="2642"/>
                    </a:cubicBezTo>
                    <a:cubicBezTo>
                      <a:pt x="145" y="2633"/>
                      <a:pt x="73" y="2557"/>
                      <a:pt x="0" y="2441"/>
                    </a:cubicBezTo>
                    <a:lnTo>
                      <a:pt x="0" y="2441"/>
                    </a:lnTo>
                    <a:cubicBezTo>
                      <a:pt x="202" y="2919"/>
                      <a:pt x="960" y="4743"/>
                      <a:pt x="1444" y="5605"/>
                    </a:cubicBezTo>
                    <a:cubicBezTo>
                      <a:pt x="1608" y="5202"/>
                      <a:pt x="1762" y="4847"/>
                      <a:pt x="1875" y="4611"/>
                    </a:cubicBezTo>
                    <a:cubicBezTo>
                      <a:pt x="2312" y="3668"/>
                      <a:pt x="2249" y="3004"/>
                      <a:pt x="2079" y="2318"/>
                    </a:cubicBezTo>
                    <a:cubicBezTo>
                      <a:pt x="1923" y="1686"/>
                      <a:pt x="2654" y="0"/>
                      <a:pt x="1896" y="0"/>
                    </a:cubicBezTo>
                    <a:close/>
                  </a:path>
                </a:pathLst>
              </a:custGeom>
              <a:solidFill>
                <a:srgbClr val="EB948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6" name="Google Shape;1106;p28"/>
              <p:cNvSpPr/>
              <p:nvPr/>
            </p:nvSpPr>
            <p:spPr>
              <a:xfrm>
                <a:off x="1941208" y="2157375"/>
                <a:ext cx="88389" cy="146159"/>
              </a:xfrm>
              <a:custGeom>
                <a:avLst/>
                <a:gdLst/>
                <a:ahLst/>
                <a:cxnLst/>
                <a:rect l="l" t="t" r="r" b="b"/>
                <a:pathLst>
                  <a:path w="993" h="1642" extrusionOk="0">
                    <a:moveTo>
                      <a:pt x="972" y="1"/>
                    </a:moveTo>
                    <a:cubicBezTo>
                      <a:pt x="965" y="1"/>
                      <a:pt x="959" y="5"/>
                      <a:pt x="957" y="15"/>
                    </a:cubicBezTo>
                    <a:cubicBezTo>
                      <a:pt x="781" y="427"/>
                      <a:pt x="539" y="1455"/>
                      <a:pt x="378" y="1521"/>
                    </a:cubicBezTo>
                    <a:cubicBezTo>
                      <a:pt x="374" y="1523"/>
                      <a:pt x="370" y="1523"/>
                      <a:pt x="365" y="1523"/>
                    </a:cubicBezTo>
                    <a:cubicBezTo>
                      <a:pt x="266" y="1523"/>
                      <a:pt x="74" y="1178"/>
                      <a:pt x="29" y="1093"/>
                    </a:cubicBezTo>
                    <a:cubicBezTo>
                      <a:pt x="23" y="1079"/>
                      <a:pt x="15" y="1072"/>
                      <a:pt x="9" y="1072"/>
                    </a:cubicBezTo>
                    <a:cubicBezTo>
                      <a:pt x="4" y="1072"/>
                      <a:pt x="1" y="1079"/>
                      <a:pt x="4" y="1093"/>
                    </a:cubicBezTo>
                    <a:cubicBezTo>
                      <a:pt x="34" y="1189"/>
                      <a:pt x="254" y="1642"/>
                      <a:pt x="389" y="1642"/>
                    </a:cubicBezTo>
                    <a:cubicBezTo>
                      <a:pt x="396" y="1642"/>
                      <a:pt x="403" y="1640"/>
                      <a:pt x="410" y="1638"/>
                    </a:cubicBezTo>
                    <a:cubicBezTo>
                      <a:pt x="611" y="1556"/>
                      <a:pt x="737" y="902"/>
                      <a:pt x="797" y="691"/>
                    </a:cubicBezTo>
                    <a:cubicBezTo>
                      <a:pt x="850" y="468"/>
                      <a:pt x="913" y="247"/>
                      <a:pt x="988" y="27"/>
                    </a:cubicBezTo>
                    <a:cubicBezTo>
                      <a:pt x="992" y="12"/>
                      <a:pt x="982" y="1"/>
                      <a:pt x="97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7" name="Google Shape;1107;p28"/>
              <p:cNvSpPr/>
              <p:nvPr/>
            </p:nvSpPr>
            <p:spPr>
              <a:xfrm>
                <a:off x="1026351" y="2575106"/>
                <a:ext cx="991866" cy="1169357"/>
              </a:xfrm>
              <a:custGeom>
                <a:avLst/>
                <a:gdLst/>
                <a:ahLst/>
                <a:cxnLst/>
                <a:rect l="l" t="t" r="r" b="b"/>
                <a:pathLst>
                  <a:path w="11143" h="13137" extrusionOk="0">
                    <a:moveTo>
                      <a:pt x="6502" y="1"/>
                    </a:moveTo>
                    <a:cubicBezTo>
                      <a:pt x="6355" y="1"/>
                      <a:pt x="6266" y="18"/>
                      <a:pt x="6256" y="52"/>
                    </a:cubicBezTo>
                    <a:cubicBezTo>
                      <a:pt x="6181" y="319"/>
                      <a:pt x="5391" y="6166"/>
                      <a:pt x="5196" y="6500"/>
                    </a:cubicBezTo>
                    <a:cubicBezTo>
                      <a:pt x="4998" y="6833"/>
                      <a:pt x="2432" y="9805"/>
                      <a:pt x="1523" y="10752"/>
                    </a:cubicBezTo>
                    <a:cubicBezTo>
                      <a:pt x="1" y="12341"/>
                      <a:pt x="605" y="13136"/>
                      <a:pt x="1667" y="13136"/>
                    </a:cubicBezTo>
                    <a:cubicBezTo>
                      <a:pt x="1950" y="13136"/>
                      <a:pt x="2266" y="13080"/>
                      <a:pt x="2582" y="12966"/>
                    </a:cubicBezTo>
                    <a:cubicBezTo>
                      <a:pt x="3152" y="12762"/>
                      <a:pt x="8747" y="10010"/>
                      <a:pt x="9335" y="9076"/>
                    </a:cubicBezTo>
                    <a:cubicBezTo>
                      <a:pt x="9574" y="8686"/>
                      <a:pt x="10955" y="3471"/>
                      <a:pt x="11053" y="2062"/>
                    </a:cubicBezTo>
                    <a:cubicBezTo>
                      <a:pt x="11143" y="769"/>
                      <a:pt x="7494" y="1"/>
                      <a:pt x="6502" y="1"/>
                    </a:cubicBezTo>
                    <a:close/>
                  </a:path>
                </a:pathLst>
              </a:custGeom>
              <a:solidFill>
                <a:srgbClr val="EB948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8" name="Google Shape;1108;p28"/>
              <p:cNvSpPr/>
              <p:nvPr/>
            </p:nvSpPr>
            <p:spPr>
              <a:xfrm>
                <a:off x="1044688" y="2503007"/>
                <a:ext cx="994893" cy="1252139"/>
              </a:xfrm>
              <a:custGeom>
                <a:avLst/>
                <a:gdLst/>
                <a:ahLst/>
                <a:cxnLst/>
                <a:rect l="l" t="t" r="r" b="b"/>
                <a:pathLst>
                  <a:path w="11177" h="14067" extrusionOk="0">
                    <a:moveTo>
                      <a:pt x="5905" y="0"/>
                    </a:moveTo>
                    <a:cubicBezTo>
                      <a:pt x="5905" y="0"/>
                      <a:pt x="5040" y="7093"/>
                      <a:pt x="4899" y="7215"/>
                    </a:cubicBezTo>
                    <a:cubicBezTo>
                      <a:pt x="4761" y="7338"/>
                      <a:pt x="2084" y="10656"/>
                      <a:pt x="1232" y="11521"/>
                    </a:cubicBezTo>
                    <a:cubicBezTo>
                      <a:pt x="14" y="12754"/>
                      <a:pt x="1" y="14067"/>
                      <a:pt x="1299" y="14067"/>
                    </a:cubicBezTo>
                    <a:cubicBezTo>
                      <a:pt x="1627" y="14067"/>
                      <a:pt x="2039" y="13983"/>
                      <a:pt x="2537" y="13792"/>
                    </a:cubicBezTo>
                    <a:cubicBezTo>
                      <a:pt x="5905" y="12503"/>
                      <a:pt x="8538" y="10917"/>
                      <a:pt x="9280" y="9895"/>
                    </a:cubicBezTo>
                    <a:cubicBezTo>
                      <a:pt x="10114" y="8744"/>
                      <a:pt x="11177" y="3334"/>
                      <a:pt x="11177" y="3334"/>
                    </a:cubicBezTo>
                    <a:lnTo>
                      <a:pt x="590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9" name="Google Shape;1109;p28"/>
              <p:cNvSpPr/>
              <p:nvPr/>
            </p:nvSpPr>
            <p:spPr>
              <a:xfrm>
                <a:off x="1575016" y="2674176"/>
                <a:ext cx="426281" cy="250748"/>
              </a:xfrm>
              <a:custGeom>
                <a:avLst/>
                <a:gdLst/>
                <a:ahLst/>
                <a:cxnLst/>
                <a:rect l="l" t="t" r="r" b="b"/>
                <a:pathLst>
                  <a:path w="4789" h="2817" extrusionOk="0">
                    <a:moveTo>
                      <a:pt x="27" y="0"/>
                    </a:moveTo>
                    <a:cubicBezTo>
                      <a:pt x="1" y="0"/>
                      <a:pt x="5" y="28"/>
                      <a:pt x="42" y="53"/>
                    </a:cubicBezTo>
                    <a:cubicBezTo>
                      <a:pt x="715" y="502"/>
                      <a:pt x="3951" y="2386"/>
                      <a:pt x="4756" y="2814"/>
                    </a:cubicBezTo>
                    <a:cubicBezTo>
                      <a:pt x="4759" y="2816"/>
                      <a:pt x="4762" y="2817"/>
                      <a:pt x="4765" y="2817"/>
                    </a:cubicBezTo>
                    <a:cubicBezTo>
                      <a:pt x="4779" y="2817"/>
                      <a:pt x="4788" y="2793"/>
                      <a:pt x="4772" y="2779"/>
                    </a:cubicBezTo>
                    <a:cubicBezTo>
                      <a:pt x="4005" y="2320"/>
                      <a:pt x="2508" y="1238"/>
                      <a:pt x="57" y="8"/>
                    </a:cubicBezTo>
                    <a:cubicBezTo>
                      <a:pt x="45" y="3"/>
                      <a:pt x="34" y="0"/>
                      <a:pt x="2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0" name="Google Shape;1110;p28"/>
              <p:cNvSpPr/>
              <p:nvPr/>
            </p:nvSpPr>
            <p:spPr>
              <a:xfrm>
                <a:off x="1659844" y="3219014"/>
                <a:ext cx="273090" cy="291605"/>
              </a:xfrm>
              <a:custGeom>
                <a:avLst/>
                <a:gdLst/>
                <a:ahLst/>
                <a:cxnLst/>
                <a:rect l="l" t="t" r="r" b="b"/>
                <a:pathLst>
                  <a:path w="3068" h="3276" extrusionOk="0">
                    <a:moveTo>
                      <a:pt x="2264" y="0"/>
                    </a:moveTo>
                    <a:cubicBezTo>
                      <a:pt x="2236" y="0"/>
                      <a:pt x="2214" y="4"/>
                      <a:pt x="2199" y="11"/>
                    </a:cubicBezTo>
                    <a:cubicBezTo>
                      <a:pt x="2080" y="80"/>
                      <a:pt x="1618" y="1266"/>
                      <a:pt x="1331" y="1502"/>
                    </a:cubicBezTo>
                    <a:cubicBezTo>
                      <a:pt x="1042" y="1738"/>
                      <a:pt x="111" y="2213"/>
                      <a:pt x="58" y="2260"/>
                    </a:cubicBezTo>
                    <a:cubicBezTo>
                      <a:pt x="1" y="2307"/>
                      <a:pt x="602" y="3251"/>
                      <a:pt x="674" y="3276"/>
                    </a:cubicBezTo>
                    <a:cubicBezTo>
                      <a:pt x="674" y="3276"/>
                      <a:pt x="1580" y="3068"/>
                      <a:pt x="2234" y="2597"/>
                    </a:cubicBezTo>
                    <a:cubicBezTo>
                      <a:pt x="3067" y="1990"/>
                      <a:pt x="3049" y="197"/>
                      <a:pt x="3049" y="197"/>
                    </a:cubicBezTo>
                    <a:cubicBezTo>
                      <a:pt x="3049" y="197"/>
                      <a:pt x="2481" y="0"/>
                      <a:pt x="2264" y="0"/>
                    </a:cubicBezTo>
                    <a:close/>
                  </a:path>
                </a:pathLst>
              </a:custGeom>
              <a:solidFill>
                <a:srgbClr val="B1A0B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1" name="Google Shape;1111;p28"/>
              <p:cNvSpPr/>
              <p:nvPr/>
            </p:nvSpPr>
            <p:spPr>
              <a:xfrm>
                <a:off x="1659844" y="3219014"/>
                <a:ext cx="273090" cy="291605"/>
              </a:xfrm>
              <a:custGeom>
                <a:avLst/>
                <a:gdLst/>
                <a:ahLst/>
                <a:cxnLst/>
                <a:rect l="l" t="t" r="r" b="b"/>
                <a:pathLst>
                  <a:path w="3068" h="3276" extrusionOk="0">
                    <a:moveTo>
                      <a:pt x="2264" y="0"/>
                    </a:moveTo>
                    <a:cubicBezTo>
                      <a:pt x="2236" y="0"/>
                      <a:pt x="2214" y="4"/>
                      <a:pt x="2199" y="11"/>
                    </a:cubicBezTo>
                    <a:cubicBezTo>
                      <a:pt x="2080" y="80"/>
                      <a:pt x="1618" y="1266"/>
                      <a:pt x="1331" y="1502"/>
                    </a:cubicBezTo>
                    <a:cubicBezTo>
                      <a:pt x="1042" y="1738"/>
                      <a:pt x="111" y="2213"/>
                      <a:pt x="58" y="2260"/>
                    </a:cubicBezTo>
                    <a:cubicBezTo>
                      <a:pt x="1" y="2307"/>
                      <a:pt x="602" y="3251"/>
                      <a:pt x="674" y="3276"/>
                    </a:cubicBezTo>
                    <a:cubicBezTo>
                      <a:pt x="674" y="3276"/>
                      <a:pt x="1580" y="3068"/>
                      <a:pt x="2234" y="2597"/>
                    </a:cubicBezTo>
                    <a:cubicBezTo>
                      <a:pt x="3067" y="1990"/>
                      <a:pt x="3049" y="197"/>
                      <a:pt x="3049" y="197"/>
                    </a:cubicBezTo>
                    <a:cubicBezTo>
                      <a:pt x="3049" y="197"/>
                      <a:pt x="2481" y="0"/>
                      <a:pt x="2264" y="0"/>
                    </a:cubicBezTo>
                    <a:close/>
                  </a:path>
                </a:pathLst>
              </a:custGeom>
              <a:solidFill>
                <a:srgbClr val="423542">
                  <a:alpha val="393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2" name="Google Shape;1112;p28"/>
              <p:cNvSpPr/>
              <p:nvPr/>
            </p:nvSpPr>
            <p:spPr>
              <a:xfrm>
                <a:off x="1777428" y="3300638"/>
                <a:ext cx="46554" cy="59104"/>
              </a:xfrm>
              <a:custGeom>
                <a:avLst/>
                <a:gdLst/>
                <a:ahLst/>
                <a:cxnLst/>
                <a:rect l="l" t="t" r="r" b="b"/>
                <a:pathLst>
                  <a:path w="523" h="664" extrusionOk="0">
                    <a:moveTo>
                      <a:pt x="1" y="0"/>
                    </a:moveTo>
                    <a:cubicBezTo>
                      <a:pt x="17" y="69"/>
                      <a:pt x="45" y="142"/>
                      <a:pt x="80" y="204"/>
                    </a:cubicBezTo>
                    <a:cubicBezTo>
                      <a:pt x="114" y="267"/>
                      <a:pt x="155" y="330"/>
                      <a:pt x="199" y="384"/>
                    </a:cubicBezTo>
                    <a:cubicBezTo>
                      <a:pt x="287" y="497"/>
                      <a:pt x="397" y="594"/>
                      <a:pt x="523" y="664"/>
                    </a:cubicBezTo>
                    <a:cubicBezTo>
                      <a:pt x="514" y="588"/>
                      <a:pt x="488" y="519"/>
                      <a:pt x="448" y="456"/>
                    </a:cubicBezTo>
                    <a:cubicBezTo>
                      <a:pt x="413" y="393"/>
                      <a:pt x="375" y="330"/>
                      <a:pt x="331" y="274"/>
                    </a:cubicBezTo>
                    <a:cubicBezTo>
                      <a:pt x="287" y="220"/>
                      <a:pt x="240" y="170"/>
                      <a:pt x="186" y="120"/>
                    </a:cubicBezTo>
                    <a:cubicBezTo>
                      <a:pt x="130" y="72"/>
                      <a:pt x="67" y="31"/>
                      <a:pt x="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3" name="Google Shape;1113;p28"/>
              <p:cNvSpPr/>
              <p:nvPr/>
            </p:nvSpPr>
            <p:spPr>
              <a:xfrm>
                <a:off x="1899284" y="3190531"/>
                <a:ext cx="22164" cy="72901"/>
              </a:xfrm>
              <a:custGeom>
                <a:avLst/>
                <a:gdLst/>
                <a:ahLst/>
                <a:cxnLst/>
                <a:rect l="l" t="t" r="r" b="b"/>
                <a:pathLst>
                  <a:path w="249" h="819" extrusionOk="0">
                    <a:moveTo>
                      <a:pt x="223" y="1"/>
                    </a:moveTo>
                    <a:cubicBezTo>
                      <a:pt x="176" y="58"/>
                      <a:pt x="138" y="124"/>
                      <a:pt x="110" y="190"/>
                    </a:cubicBezTo>
                    <a:cubicBezTo>
                      <a:pt x="82" y="253"/>
                      <a:pt x="60" y="322"/>
                      <a:pt x="44" y="391"/>
                    </a:cubicBezTo>
                    <a:cubicBezTo>
                      <a:pt x="9" y="529"/>
                      <a:pt x="0" y="677"/>
                      <a:pt x="25" y="819"/>
                    </a:cubicBezTo>
                    <a:cubicBezTo>
                      <a:pt x="72" y="765"/>
                      <a:pt x="113" y="702"/>
                      <a:pt x="142" y="636"/>
                    </a:cubicBezTo>
                    <a:cubicBezTo>
                      <a:pt x="198" y="504"/>
                      <a:pt x="233" y="363"/>
                      <a:pt x="239" y="221"/>
                    </a:cubicBezTo>
                    <a:cubicBezTo>
                      <a:pt x="249" y="149"/>
                      <a:pt x="239" y="73"/>
                      <a:pt x="22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4" name="Google Shape;1114;p28"/>
              <p:cNvSpPr/>
              <p:nvPr/>
            </p:nvSpPr>
            <p:spPr>
              <a:xfrm>
                <a:off x="1877654" y="3187771"/>
                <a:ext cx="16378" cy="75661"/>
              </a:xfrm>
              <a:custGeom>
                <a:avLst/>
                <a:gdLst/>
                <a:ahLst/>
                <a:cxnLst/>
                <a:rect l="l" t="t" r="r" b="b"/>
                <a:pathLst>
                  <a:path w="184" h="850" extrusionOk="0">
                    <a:moveTo>
                      <a:pt x="95" y="1"/>
                    </a:moveTo>
                    <a:cubicBezTo>
                      <a:pt x="57" y="70"/>
                      <a:pt x="35" y="139"/>
                      <a:pt x="23" y="214"/>
                    </a:cubicBezTo>
                    <a:cubicBezTo>
                      <a:pt x="10" y="284"/>
                      <a:pt x="4" y="356"/>
                      <a:pt x="4" y="425"/>
                    </a:cubicBezTo>
                    <a:cubicBezTo>
                      <a:pt x="1" y="573"/>
                      <a:pt x="23" y="718"/>
                      <a:pt x="80" y="850"/>
                    </a:cubicBezTo>
                    <a:cubicBezTo>
                      <a:pt x="114" y="784"/>
                      <a:pt x="142" y="714"/>
                      <a:pt x="158" y="636"/>
                    </a:cubicBezTo>
                    <a:cubicBezTo>
                      <a:pt x="180" y="497"/>
                      <a:pt x="183" y="356"/>
                      <a:pt x="161" y="214"/>
                    </a:cubicBezTo>
                    <a:cubicBezTo>
                      <a:pt x="149" y="139"/>
                      <a:pt x="127" y="70"/>
                      <a:pt x="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5" name="Google Shape;1115;p28"/>
              <p:cNvSpPr/>
              <p:nvPr/>
            </p:nvSpPr>
            <p:spPr>
              <a:xfrm>
                <a:off x="1652634" y="3457921"/>
                <a:ext cx="76729" cy="15488"/>
              </a:xfrm>
              <a:custGeom>
                <a:avLst/>
                <a:gdLst/>
                <a:ahLst/>
                <a:cxnLst/>
                <a:rect l="l" t="t" r="r" b="b"/>
                <a:pathLst>
                  <a:path w="862" h="174" extrusionOk="0">
                    <a:moveTo>
                      <a:pt x="406" y="0"/>
                    </a:moveTo>
                    <a:cubicBezTo>
                      <a:pt x="269" y="0"/>
                      <a:pt x="132" y="29"/>
                      <a:pt x="0" y="79"/>
                    </a:cubicBezTo>
                    <a:cubicBezTo>
                      <a:pt x="66" y="117"/>
                      <a:pt x="139" y="139"/>
                      <a:pt x="217" y="155"/>
                    </a:cubicBezTo>
                    <a:cubicBezTo>
                      <a:pt x="288" y="167"/>
                      <a:pt x="359" y="174"/>
                      <a:pt x="431" y="174"/>
                    </a:cubicBezTo>
                    <a:cubicBezTo>
                      <a:pt x="503" y="174"/>
                      <a:pt x="574" y="167"/>
                      <a:pt x="645" y="155"/>
                    </a:cubicBezTo>
                    <a:cubicBezTo>
                      <a:pt x="720" y="142"/>
                      <a:pt x="793" y="120"/>
                      <a:pt x="862" y="89"/>
                    </a:cubicBezTo>
                    <a:cubicBezTo>
                      <a:pt x="790" y="57"/>
                      <a:pt x="720" y="32"/>
                      <a:pt x="645" y="23"/>
                    </a:cubicBezTo>
                    <a:cubicBezTo>
                      <a:pt x="573" y="7"/>
                      <a:pt x="500" y="1"/>
                      <a:pt x="428" y="1"/>
                    </a:cubicBezTo>
                    <a:cubicBezTo>
                      <a:pt x="421" y="0"/>
                      <a:pt x="413" y="0"/>
                      <a:pt x="40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6" name="Google Shape;1116;p28"/>
              <p:cNvSpPr/>
              <p:nvPr/>
            </p:nvSpPr>
            <p:spPr>
              <a:xfrm>
                <a:off x="1751971" y="3325472"/>
                <a:ext cx="76818" cy="14954"/>
              </a:xfrm>
              <a:custGeom>
                <a:avLst/>
                <a:gdLst/>
                <a:ahLst/>
                <a:cxnLst/>
                <a:rect l="l" t="t" r="r" b="b"/>
                <a:pathLst>
                  <a:path w="863" h="168" extrusionOk="0">
                    <a:moveTo>
                      <a:pt x="389" y="0"/>
                    </a:moveTo>
                    <a:cubicBezTo>
                      <a:pt x="257" y="0"/>
                      <a:pt x="126" y="28"/>
                      <a:pt x="1" y="80"/>
                    </a:cubicBezTo>
                    <a:cubicBezTo>
                      <a:pt x="67" y="114"/>
                      <a:pt x="139" y="136"/>
                      <a:pt x="211" y="149"/>
                    </a:cubicBezTo>
                    <a:cubicBezTo>
                      <a:pt x="284" y="161"/>
                      <a:pt x="359" y="168"/>
                      <a:pt x="428" y="168"/>
                    </a:cubicBezTo>
                    <a:cubicBezTo>
                      <a:pt x="504" y="168"/>
                      <a:pt x="573" y="161"/>
                      <a:pt x="645" y="149"/>
                    </a:cubicBezTo>
                    <a:cubicBezTo>
                      <a:pt x="721" y="136"/>
                      <a:pt x="793" y="114"/>
                      <a:pt x="862" y="83"/>
                    </a:cubicBezTo>
                    <a:cubicBezTo>
                      <a:pt x="790" y="51"/>
                      <a:pt x="721" y="26"/>
                      <a:pt x="645" y="17"/>
                    </a:cubicBezTo>
                    <a:cubicBezTo>
                      <a:pt x="573" y="4"/>
                      <a:pt x="501" y="1"/>
                      <a:pt x="428" y="1"/>
                    </a:cubicBezTo>
                    <a:cubicBezTo>
                      <a:pt x="415" y="0"/>
                      <a:pt x="402" y="0"/>
                      <a:pt x="38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7" name="Google Shape;1117;p28"/>
              <p:cNvSpPr/>
              <p:nvPr/>
            </p:nvSpPr>
            <p:spPr>
              <a:xfrm>
                <a:off x="1044688" y="3496552"/>
                <a:ext cx="418181" cy="258581"/>
              </a:xfrm>
              <a:custGeom>
                <a:avLst/>
                <a:gdLst/>
                <a:ahLst/>
                <a:cxnLst/>
                <a:rect l="l" t="t" r="r" b="b"/>
                <a:pathLst>
                  <a:path w="4698" h="2905" extrusionOk="0">
                    <a:moveTo>
                      <a:pt x="1562" y="1"/>
                    </a:moveTo>
                    <a:cubicBezTo>
                      <a:pt x="1436" y="145"/>
                      <a:pt x="1323" y="268"/>
                      <a:pt x="1232" y="359"/>
                    </a:cubicBezTo>
                    <a:cubicBezTo>
                      <a:pt x="14" y="1592"/>
                      <a:pt x="1" y="2905"/>
                      <a:pt x="1299" y="2905"/>
                    </a:cubicBezTo>
                    <a:cubicBezTo>
                      <a:pt x="1627" y="2905"/>
                      <a:pt x="2039" y="2821"/>
                      <a:pt x="2537" y="2630"/>
                    </a:cubicBezTo>
                    <a:cubicBezTo>
                      <a:pt x="3298" y="2341"/>
                      <a:pt x="4028" y="2029"/>
                      <a:pt x="4698" y="1718"/>
                    </a:cubicBezTo>
                    <a:lnTo>
                      <a:pt x="1562" y="1"/>
                    </a:lnTo>
                    <a:close/>
                  </a:path>
                </a:pathLst>
              </a:custGeom>
              <a:solidFill>
                <a:srgbClr val="423542">
                  <a:alpha val="393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8" name="Google Shape;1118;p28"/>
              <p:cNvSpPr/>
              <p:nvPr/>
            </p:nvSpPr>
            <p:spPr>
              <a:xfrm>
                <a:off x="428374" y="3492457"/>
                <a:ext cx="1218759" cy="1441824"/>
              </a:xfrm>
              <a:custGeom>
                <a:avLst/>
                <a:gdLst/>
                <a:ahLst/>
                <a:cxnLst/>
                <a:rect l="l" t="t" r="r" b="b"/>
                <a:pathLst>
                  <a:path w="13692" h="16198" extrusionOk="0">
                    <a:moveTo>
                      <a:pt x="7716" y="1"/>
                    </a:moveTo>
                    <a:cubicBezTo>
                      <a:pt x="7151" y="1"/>
                      <a:pt x="6570" y="124"/>
                      <a:pt x="6130" y="490"/>
                    </a:cubicBezTo>
                    <a:cubicBezTo>
                      <a:pt x="3438" y="2733"/>
                      <a:pt x="31" y="15921"/>
                      <a:pt x="0" y="16197"/>
                    </a:cubicBezTo>
                    <a:lnTo>
                      <a:pt x="13499" y="16157"/>
                    </a:lnTo>
                    <a:cubicBezTo>
                      <a:pt x="13691" y="15993"/>
                      <a:pt x="12263" y="2585"/>
                      <a:pt x="9656" y="456"/>
                    </a:cubicBezTo>
                    <a:cubicBezTo>
                      <a:pt x="9491" y="320"/>
                      <a:pt x="8625" y="1"/>
                      <a:pt x="771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9" name="Google Shape;1119;p28"/>
              <p:cNvSpPr/>
              <p:nvPr/>
            </p:nvSpPr>
            <p:spPr>
              <a:xfrm>
                <a:off x="965290" y="3571855"/>
                <a:ext cx="359878" cy="277007"/>
              </a:xfrm>
              <a:custGeom>
                <a:avLst/>
                <a:gdLst/>
                <a:ahLst/>
                <a:cxnLst/>
                <a:rect l="l" t="t" r="r" b="b"/>
                <a:pathLst>
                  <a:path w="4043" h="3112" extrusionOk="0">
                    <a:moveTo>
                      <a:pt x="1" y="1"/>
                    </a:moveTo>
                    <a:lnTo>
                      <a:pt x="1" y="1"/>
                    </a:lnTo>
                    <a:cubicBezTo>
                      <a:pt x="252" y="322"/>
                      <a:pt x="520" y="630"/>
                      <a:pt x="809" y="922"/>
                    </a:cubicBezTo>
                    <a:cubicBezTo>
                      <a:pt x="1098" y="1209"/>
                      <a:pt x="1400" y="1482"/>
                      <a:pt x="1718" y="1737"/>
                    </a:cubicBezTo>
                    <a:cubicBezTo>
                      <a:pt x="1797" y="1803"/>
                      <a:pt x="1875" y="1863"/>
                      <a:pt x="1957" y="1926"/>
                    </a:cubicBezTo>
                    <a:cubicBezTo>
                      <a:pt x="2042" y="1989"/>
                      <a:pt x="2120" y="2051"/>
                      <a:pt x="2202" y="2111"/>
                    </a:cubicBezTo>
                    <a:cubicBezTo>
                      <a:pt x="2366" y="2228"/>
                      <a:pt x="2532" y="2347"/>
                      <a:pt x="2705" y="2457"/>
                    </a:cubicBezTo>
                    <a:cubicBezTo>
                      <a:pt x="3048" y="2680"/>
                      <a:pt x="3401" y="2885"/>
                      <a:pt x="3762" y="3074"/>
                    </a:cubicBezTo>
                    <a:lnTo>
                      <a:pt x="3838" y="3111"/>
                    </a:lnTo>
                    <a:lnTo>
                      <a:pt x="3872" y="3039"/>
                    </a:lnTo>
                    <a:cubicBezTo>
                      <a:pt x="3882" y="3023"/>
                      <a:pt x="3888" y="3008"/>
                      <a:pt x="3891" y="2992"/>
                    </a:cubicBezTo>
                    <a:cubicBezTo>
                      <a:pt x="3898" y="2979"/>
                      <a:pt x="3901" y="2964"/>
                      <a:pt x="3904" y="2951"/>
                    </a:cubicBezTo>
                    <a:cubicBezTo>
                      <a:pt x="3913" y="2923"/>
                      <a:pt x="3916" y="2901"/>
                      <a:pt x="3923" y="2872"/>
                    </a:cubicBezTo>
                    <a:cubicBezTo>
                      <a:pt x="3935" y="2819"/>
                      <a:pt x="3948" y="2765"/>
                      <a:pt x="3954" y="2715"/>
                    </a:cubicBezTo>
                    <a:cubicBezTo>
                      <a:pt x="3970" y="2614"/>
                      <a:pt x="3986" y="2507"/>
                      <a:pt x="3998" y="2404"/>
                    </a:cubicBezTo>
                    <a:cubicBezTo>
                      <a:pt x="4017" y="2196"/>
                      <a:pt x="4039" y="1992"/>
                      <a:pt x="4039" y="1784"/>
                    </a:cubicBezTo>
                    <a:cubicBezTo>
                      <a:pt x="4039" y="1577"/>
                      <a:pt x="4042" y="1372"/>
                      <a:pt x="4039" y="1161"/>
                    </a:cubicBezTo>
                    <a:cubicBezTo>
                      <a:pt x="4033" y="954"/>
                      <a:pt x="4026" y="749"/>
                      <a:pt x="4014" y="542"/>
                    </a:cubicBezTo>
                    <a:lnTo>
                      <a:pt x="3976" y="1158"/>
                    </a:lnTo>
                    <a:cubicBezTo>
                      <a:pt x="3954" y="1369"/>
                      <a:pt x="3945" y="1573"/>
                      <a:pt x="3923" y="1778"/>
                    </a:cubicBezTo>
                    <a:cubicBezTo>
                      <a:pt x="3904" y="1982"/>
                      <a:pt x="3885" y="2180"/>
                      <a:pt x="3853" y="2385"/>
                    </a:cubicBezTo>
                    <a:cubicBezTo>
                      <a:pt x="3841" y="2485"/>
                      <a:pt x="3822" y="2586"/>
                      <a:pt x="3803" y="2684"/>
                    </a:cubicBezTo>
                    <a:cubicBezTo>
                      <a:pt x="3791" y="2737"/>
                      <a:pt x="3778" y="2784"/>
                      <a:pt x="3765" y="2831"/>
                    </a:cubicBezTo>
                    <a:cubicBezTo>
                      <a:pt x="3763" y="2845"/>
                      <a:pt x="3760" y="2860"/>
                      <a:pt x="3756" y="2875"/>
                    </a:cubicBezTo>
                    <a:lnTo>
                      <a:pt x="3756" y="2875"/>
                    </a:lnTo>
                    <a:cubicBezTo>
                      <a:pt x="3429" y="2696"/>
                      <a:pt x="3110" y="2507"/>
                      <a:pt x="2800" y="2306"/>
                    </a:cubicBezTo>
                    <a:cubicBezTo>
                      <a:pt x="2460" y="2092"/>
                      <a:pt x="2136" y="1856"/>
                      <a:pt x="1812" y="1611"/>
                    </a:cubicBezTo>
                    <a:cubicBezTo>
                      <a:pt x="1491" y="1369"/>
                      <a:pt x="1180" y="1108"/>
                      <a:pt x="878" y="841"/>
                    </a:cubicBezTo>
                    <a:cubicBezTo>
                      <a:pt x="724" y="708"/>
                      <a:pt x="573" y="573"/>
                      <a:pt x="428" y="432"/>
                    </a:cubicBezTo>
                    <a:cubicBezTo>
                      <a:pt x="284" y="290"/>
                      <a:pt x="139" y="145"/>
                      <a:pt x="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0" name="Google Shape;1120;p28"/>
              <p:cNvSpPr/>
              <p:nvPr/>
            </p:nvSpPr>
            <p:spPr>
              <a:xfrm>
                <a:off x="864618" y="3638792"/>
                <a:ext cx="698214" cy="1349162"/>
              </a:xfrm>
              <a:custGeom>
                <a:avLst/>
                <a:gdLst/>
                <a:ahLst/>
                <a:cxnLst/>
                <a:rect l="l" t="t" r="r" b="b"/>
                <a:pathLst>
                  <a:path w="7844" h="15157" extrusionOk="0">
                    <a:moveTo>
                      <a:pt x="766" y="1"/>
                    </a:moveTo>
                    <a:cubicBezTo>
                      <a:pt x="100" y="1"/>
                      <a:pt x="0" y="1653"/>
                      <a:pt x="125" y="2482"/>
                    </a:cubicBezTo>
                    <a:cubicBezTo>
                      <a:pt x="852" y="7404"/>
                      <a:pt x="4289" y="14890"/>
                      <a:pt x="5988" y="15148"/>
                    </a:cubicBezTo>
                    <a:cubicBezTo>
                      <a:pt x="6027" y="15154"/>
                      <a:pt x="6065" y="15157"/>
                      <a:pt x="6101" y="15157"/>
                    </a:cubicBezTo>
                    <a:cubicBezTo>
                      <a:pt x="7843" y="15157"/>
                      <a:pt x="6942" y="8697"/>
                      <a:pt x="6705" y="8543"/>
                    </a:cubicBezTo>
                    <a:cubicBezTo>
                      <a:pt x="6526" y="8420"/>
                      <a:pt x="3937" y="4328"/>
                      <a:pt x="2091" y="1312"/>
                    </a:cubicBezTo>
                    <a:cubicBezTo>
                      <a:pt x="1505" y="356"/>
                      <a:pt x="1075" y="1"/>
                      <a:pt x="766" y="1"/>
                    </a:cubicBezTo>
                    <a:close/>
                  </a:path>
                </a:pathLst>
              </a:custGeom>
              <a:solidFill>
                <a:srgbClr val="EB948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1" name="Google Shape;1121;p28"/>
              <p:cNvSpPr/>
              <p:nvPr/>
            </p:nvSpPr>
            <p:spPr>
              <a:xfrm>
                <a:off x="852779" y="3632917"/>
                <a:ext cx="671154" cy="1360022"/>
              </a:xfrm>
              <a:custGeom>
                <a:avLst/>
                <a:gdLst/>
                <a:ahLst/>
                <a:cxnLst/>
                <a:rect l="l" t="t" r="r" b="b"/>
                <a:pathLst>
                  <a:path w="7540" h="15279" extrusionOk="0">
                    <a:moveTo>
                      <a:pt x="874" y="0"/>
                    </a:moveTo>
                    <a:cubicBezTo>
                      <a:pt x="334" y="0"/>
                      <a:pt x="0" y="847"/>
                      <a:pt x="148" y="2451"/>
                    </a:cubicBezTo>
                    <a:cubicBezTo>
                      <a:pt x="384" y="5011"/>
                      <a:pt x="2554" y="11201"/>
                      <a:pt x="4429" y="13805"/>
                    </a:cubicBezTo>
                    <a:cubicBezTo>
                      <a:pt x="5168" y="14834"/>
                      <a:pt x="5787" y="15279"/>
                      <a:pt x="6269" y="15279"/>
                    </a:cubicBezTo>
                    <a:cubicBezTo>
                      <a:pt x="6963" y="15279"/>
                      <a:pt x="7371" y="14354"/>
                      <a:pt x="7442" y="12924"/>
                    </a:cubicBezTo>
                    <a:cubicBezTo>
                      <a:pt x="7539" y="10946"/>
                      <a:pt x="6860" y="8581"/>
                      <a:pt x="6860" y="8581"/>
                    </a:cubicBezTo>
                    <a:cubicBezTo>
                      <a:pt x="6561" y="8172"/>
                      <a:pt x="3111" y="2592"/>
                      <a:pt x="2007" y="925"/>
                    </a:cubicBezTo>
                    <a:cubicBezTo>
                      <a:pt x="1594" y="302"/>
                      <a:pt x="1197" y="0"/>
                      <a:pt x="874" y="0"/>
                    </a:cubicBezTo>
                    <a:close/>
                  </a:path>
                </a:pathLst>
              </a:custGeom>
              <a:solidFill>
                <a:srgbClr val="B1A0B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2" name="Google Shape;1122;p28"/>
              <p:cNvSpPr/>
              <p:nvPr/>
            </p:nvSpPr>
            <p:spPr>
              <a:xfrm>
                <a:off x="1161292" y="3918199"/>
                <a:ext cx="340740" cy="541285"/>
              </a:xfrm>
              <a:custGeom>
                <a:avLst/>
                <a:gdLst/>
                <a:ahLst/>
                <a:cxnLst/>
                <a:rect l="l" t="t" r="r" b="b"/>
                <a:pathLst>
                  <a:path w="3828" h="6081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148" y="255"/>
                      <a:pt x="305" y="516"/>
                      <a:pt x="459" y="771"/>
                    </a:cubicBezTo>
                    <a:lnTo>
                      <a:pt x="928" y="1538"/>
                    </a:lnTo>
                    <a:lnTo>
                      <a:pt x="1875" y="3064"/>
                    </a:lnTo>
                    <a:cubicBezTo>
                      <a:pt x="2199" y="3567"/>
                      <a:pt x="2516" y="4073"/>
                      <a:pt x="2844" y="4577"/>
                    </a:cubicBezTo>
                    <a:cubicBezTo>
                      <a:pt x="3167" y="5080"/>
                      <a:pt x="3495" y="5583"/>
                      <a:pt x="3828" y="6080"/>
                    </a:cubicBezTo>
                    <a:cubicBezTo>
                      <a:pt x="3526" y="5564"/>
                      <a:pt x="3212" y="5048"/>
                      <a:pt x="2897" y="4545"/>
                    </a:cubicBezTo>
                    <a:cubicBezTo>
                      <a:pt x="2586" y="4036"/>
                      <a:pt x="2265" y="3526"/>
                      <a:pt x="1950" y="3020"/>
                    </a:cubicBezTo>
                    <a:lnTo>
                      <a:pt x="982" y="1507"/>
                    </a:lnTo>
                    <a:lnTo>
                      <a:pt x="494" y="752"/>
                    </a:lnTo>
                    <a:cubicBezTo>
                      <a:pt x="330" y="500"/>
                      <a:pt x="170" y="249"/>
                      <a:pt x="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3" name="Google Shape;1123;p28"/>
              <p:cNvSpPr/>
              <p:nvPr/>
            </p:nvSpPr>
            <p:spPr>
              <a:xfrm>
                <a:off x="1200457" y="3942232"/>
                <a:ext cx="29196" cy="79310"/>
              </a:xfrm>
              <a:custGeom>
                <a:avLst/>
                <a:gdLst/>
                <a:ahLst/>
                <a:cxnLst/>
                <a:rect l="l" t="t" r="r" b="b"/>
                <a:pathLst>
                  <a:path w="328" h="891" extrusionOk="0">
                    <a:moveTo>
                      <a:pt x="1" y="1"/>
                    </a:moveTo>
                    <a:cubicBezTo>
                      <a:pt x="19" y="76"/>
                      <a:pt x="38" y="155"/>
                      <a:pt x="63" y="230"/>
                    </a:cubicBezTo>
                    <a:cubicBezTo>
                      <a:pt x="85" y="306"/>
                      <a:pt x="111" y="378"/>
                      <a:pt x="136" y="454"/>
                    </a:cubicBezTo>
                    <a:cubicBezTo>
                      <a:pt x="192" y="605"/>
                      <a:pt x="252" y="749"/>
                      <a:pt x="328" y="891"/>
                    </a:cubicBezTo>
                    <a:cubicBezTo>
                      <a:pt x="293" y="734"/>
                      <a:pt x="255" y="583"/>
                      <a:pt x="199" y="432"/>
                    </a:cubicBezTo>
                    <a:cubicBezTo>
                      <a:pt x="148" y="281"/>
                      <a:pt x="82" y="136"/>
                      <a:pt x="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4" name="Google Shape;1124;p28"/>
              <p:cNvSpPr/>
              <p:nvPr/>
            </p:nvSpPr>
            <p:spPr>
              <a:xfrm>
                <a:off x="871472" y="3988429"/>
                <a:ext cx="425925" cy="943889"/>
              </a:xfrm>
              <a:custGeom>
                <a:avLst/>
                <a:gdLst/>
                <a:ahLst/>
                <a:cxnLst/>
                <a:rect l="l" t="t" r="r" b="b"/>
                <a:pathLst>
                  <a:path w="4785" h="10604" extrusionOk="0">
                    <a:moveTo>
                      <a:pt x="1" y="1"/>
                    </a:moveTo>
                    <a:lnTo>
                      <a:pt x="1" y="1"/>
                    </a:lnTo>
                    <a:cubicBezTo>
                      <a:pt x="822" y="3130"/>
                      <a:pt x="2571" y="8289"/>
                      <a:pt x="4785" y="10603"/>
                    </a:cubicBezTo>
                    <a:cubicBezTo>
                      <a:pt x="4156" y="9858"/>
                      <a:pt x="3675" y="9006"/>
                      <a:pt x="3228" y="8144"/>
                    </a:cubicBezTo>
                    <a:cubicBezTo>
                      <a:pt x="1920" y="5530"/>
                      <a:pt x="941" y="2765"/>
                      <a:pt x="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5" name="Google Shape;1125;p28"/>
              <p:cNvSpPr/>
              <p:nvPr/>
            </p:nvSpPr>
            <p:spPr>
              <a:xfrm>
                <a:off x="871472" y="4050025"/>
                <a:ext cx="38186" cy="63110"/>
              </a:xfrm>
              <a:custGeom>
                <a:avLst/>
                <a:gdLst/>
                <a:ahLst/>
                <a:cxnLst/>
                <a:rect l="l" t="t" r="r" b="b"/>
                <a:pathLst>
                  <a:path w="429" h="709" extrusionOk="0">
                    <a:moveTo>
                      <a:pt x="1" y="1"/>
                    </a:moveTo>
                    <a:cubicBezTo>
                      <a:pt x="64" y="281"/>
                      <a:pt x="212" y="529"/>
                      <a:pt x="429" y="708"/>
                    </a:cubicBezTo>
                    <a:cubicBezTo>
                      <a:pt x="315" y="457"/>
                      <a:pt x="174" y="218"/>
                      <a:pt x="1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6" name="Google Shape;1126;p28"/>
              <p:cNvSpPr/>
              <p:nvPr/>
            </p:nvSpPr>
            <p:spPr>
              <a:xfrm>
                <a:off x="1231522" y="4009702"/>
                <a:ext cx="768445" cy="981808"/>
              </a:xfrm>
              <a:custGeom>
                <a:avLst/>
                <a:gdLst/>
                <a:ahLst/>
                <a:cxnLst/>
                <a:rect l="l" t="t" r="r" b="b"/>
                <a:pathLst>
                  <a:path w="8633" h="11030" extrusionOk="0">
                    <a:moveTo>
                      <a:pt x="4908" y="0"/>
                    </a:moveTo>
                    <a:cubicBezTo>
                      <a:pt x="4856" y="0"/>
                      <a:pt x="4812" y="18"/>
                      <a:pt x="4778" y="54"/>
                    </a:cubicBezTo>
                    <a:cubicBezTo>
                      <a:pt x="4071" y="831"/>
                      <a:pt x="1488" y="4005"/>
                      <a:pt x="1331" y="4260"/>
                    </a:cubicBezTo>
                    <a:cubicBezTo>
                      <a:pt x="0" y="6395"/>
                      <a:pt x="1009" y="11030"/>
                      <a:pt x="1955" y="11030"/>
                    </a:cubicBezTo>
                    <a:cubicBezTo>
                      <a:pt x="1966" y="11030"/>
                      <a:pt x="1977" y="11029"/>
                      <a:pt x="1988" y="11028"/>
                    </a:cubicBezTo>
                    <a:cubicBezTo>
                      <a:pt x="3404" y="10861"/>
                      <a:pt x="4583" y="9242"/>
                      <a:pt x="8166" y="4876"/>
                    </a:cubicBezTo>
                    <a:cubicBezTo>
                      <a:pt x="8633" y="4308"/>
                      <a:pt x="5727" y="0"/>
                      <a:pt x="4908" y="0"/>
                    </a:cubicBezTo>
                    <a:close/>
                  </a:path>
                </a:pathLst>
              </a:custGeom>
              <a:solidFill>
                <a:srgbClr val="EB948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7" name="Google Shape;1127;p28"/>
              <p:cNvSpPr/>
              <p:nvPr/>
            </p:nvSpPr>
            <p:spPr>
              <a:xfrm>
                <a:off x="1566115" y="3546220"/>
                <a:ext cx="747527" cy="921101"/>
              </a:xfrm>
              <a:custGeom>
                <a:avLst/>
                <a:gdLst/>
                <a:ahLst/>
                <a:cxnLst/>
                <a:rect l="l" t="t" r="r" b="b"/>
                <a:pathLst>
                  <a:path w="8398" h="10348" extrusionOk="0">
                    <a:moveTo>
                      <a:pt x="6022" y="0"/>
                    </a:moveTo>
                    <a:cubicBezTo>
                      <a:pt x="4928" y="0"/>
                      <a:pt x="2818" y="1425"/>
                      <a:pt x="2243" y="1865"/>
                    </a:cubicBezTo>
                    <a:cubicBezTo>
                      <a:pt x="1419" y="2490"/>
                      <a:pt x="0" y="6541"/>
                      <a:pt x="0" y="6541"/>
                    </a:cubicBezTo>
                    <a:lnTo>
                      <a:pt x="4196" y="10347"/>
                    </a:lnTo>
                    <a:cubicBezTo>
                      <a:pt x="4463" y="9812"/>
                      <a:pt x="6244" y="8598"/>
                      <a:pt x="6819" y="7869"/>
                    </a:cubicBezTo>
                    <a:cubicBezTo>
                      <a:pt x="7354" y="7183"/>
                      <a:pt x="8398" y="6284"/>
                      <a:pt x="8203" y="5409"/>
                    </a:cubicBezTo>
                    <a:cubicBezTo>
                      <a:pt x="8115" y="5088"/>
                      <a:pt x="7914" y="4808"/>
                      <a:pt x="7634" y="4620"/>
                    </a:cubicBezTo>
                    <a:cubicBezTo>
                      <a:pt x="7634" y="4620"/>
                      <a:pt x="7819" y="3755"/>
                      <a:pt x="7439" y="3418"/>
                    </a:cubicBezTo>
                    <a:cubicBezTo>
                      <a:pt x="7197" y="3214"/>
                      <a:pt x="6891" y="3091"/>
                      <a:pt x="6574" y="3060"/>
                    </a:cubicBezTo>
                    <a:cubicBezTo>
                      <a:pt x="6574" y="3060"/>
                      <a:pt x="6873" y="2245"/>
                      <a:pt x="6439" y="1934"/>
                    </a:cubicBezTo>
                    <a:cubicBezTo>
                      <a:pt x="6233" y="1799"/>
                      <a:pt x="5989" y="1726"/>
                      <a:pt x="5742" y="1726"/>
                    </a:cubicBezTo>
                    <a:cubicBezTo>
                      <a:pt x="5690" y="1726"/>
                      <a:pt x="5638" y="1729"/>
                      <a:pt x="5586" y="1736"/>
                    </a:cubicBezTo>
                    <a:cubicBezTo>
                      <a:pt x="5586" y="1736"/>
                      <a:pt x="6992" y="732"/>
                      <a:pt x="6542" y="198"/>
                    </a:cubicBezTo>
                    <a:cubicBezTo>
                      <a:pt x="6425" y="59"/>
                      <a:pt x="6245" y="0"/>
                      <a:pt x="6022" y="0"/>
                    </a:cubicBezTo>
                    <a:close/>
                  </a:path>
                </a:pathLst>
              </a:custGeom>
              <a:solidFill>
                <a:srgbClr val="EB948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8" name="Google Shape;1128;p28"/>
              <p:cNvSpPr/>
              <p:nvPr/>
            </p:nvSpPr>
            <p:spPr>
              <a:xfrm>
                <a:off x="1847747" y="3699498"/>
                <a:ext cx="217012" cy="141263"/>
              </a:xfrm>
              <a:custGeom>
                <a:avLst/>
                <a:gdLst/>
                <a:ahLst/>
                <a:cxnLst/>
                <a:rect l="l" t="t" r="r" b="b"/>
                <a:pathLst>
                  <a:path w="2438" h="1587" extrusionOk="0">
                    <a:moveTo>
                      <a:pt x="2408" y="1"/>
                    </a:moveTo>
                    <a:cubicBezTo>
                      <a:pt x="2404" y="1"/>
                      <a:pt x="2400" y="2"/>
                      <a:pt x="2397" y="4"/>
                    </a:cubicBezTo>
                    <a:cubicBezTo>
                      <a:pt x="1526" y="385"/>
                      <a:pt x="749" y="979"/>
                      <a:pt x="7" y="1558"/>
                    </a:cubicBezTo>
                    <a:cubicBezTo>
                      <a:pt x="0" y="1564"/>
                      <a:pt x="0" y="1577"/>
                      <a:pt x="10" y="1580"/>
                    </a:cubicBezTo>
                    <a:cubicBezTo>
                      <a:pt x="13" y="1586"/>
                      <a:pt x="22" y="1586"/>
                      <a:pt x="29" y="1586"/>
                    </a:cubicBezTo>
                    <a:cubicBezTo>
                      <a:pt x="758" y="998"/>
                      <a:pt x="1667" y="599"/>
                      <a:pt x="2422" y="45"/>
                    </a:cubicBezTo>
                    <a:cubicBezTo>
                      <a:pt x="2435" y="36"/>
                      <a:pt x="2438" y="23"/>
                      <a:pt x="2432" y="14"/>
                    </a:cubicBezTo>
                    <a:cubicBezTo>
                      <a:pt x="2425" y="5"/>
                      <a:pt x="2416" y="1"/>
                      <a:pt x="240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9" name="Google Shape;1129;p28"/>
              <p:cNvSpPr/>
              <p:nvPr/>
            </p:nvSpPr>
            <p:spPr>
              <a:xfrm>
                <a:off x="1963906" y="3814678"/>
                <a:ext cx="186036" cy="163961"/>
              </a:xfrm>
              <a:custGeom>
                <a:avLst/>
                <a:gdLst/>
                <a:ahLst/>
                <a:cxnLst/>
                <a:rect l="l" t="t" r="r" b="b"/>
                <a:pathLst>
                  <a:path w="2090" h="1842" extrusionOk="0">
                    <a:moveTo>
                      <a:pt x="2052" y="0"/>
                    </a:moveTo>
                    <a:cubicBezTo>
                      <a:pt x="2047" y="0"/>
                      <a:pt x="2042" y="1"/>
                      <a:pt x="2039" y="3"/>
                    </a:cubicBezTo>
                    <a:cubicBezTo>
                      <a:pt x="1850" y="110"/>
                      <a:pt x="1671" y="239"/>
                      <a:pt x="1520" y="393"/>
                    </a:cubicBezTo>
                    <a:cubicBezTo>
                      <a:pt x="1347" y="541"/>
                      <a:pt x="1174" y="695"/>
                      <a:pt x="1004" y="852"/>
                    </a:cubicBezTo>
                    <a:cubicBezTo>
                      <a:pt x="667" y="1163"/>
                      <a:pt x="337" y="1487"/>
                      <a:pt x="13" y="1811"/>
                    </a:cubicBezTo>
                    <a:cubicBezTo>
                      <a:pt x="1" y="1824"/>
                      <a:pt x="10" y="1841"/>
                      <a:pt x="21" y="1841"/>
                    </a:cubicBezTo>
                    <a:cubicBezTo>
                      <a:pt x="25" y="1841"/>
                      <a:pt x="29" y="1840"/>
                      <a:pt x="32" y="1836"/>
                    </a:cubicBezTo>
                    <a:cubicBezTo>
                      <a:pt x="372" y="1525"/>
                      <a:pt x="715" y="1223"/>
                      <a:pt x="1064" y="924"/>
                    </a:cubicBezTo>
                    <a:cubicBezTo>
                      <a:pt x="1240" y="773"/>
                      <a:pt x="1416" y="629"/>
                      <a:pt x="1595" y="484"/>
                    </a:cubicBezTo>
                    <a:cubicBezTo>
                      <a:pt x="1771" y="358"/>
                      <a:pt x="1932" y="214"/>
                      <a:pt x="2076" y="50"/>
                    </a:cubicBezTo>
                    <a:cubicBezTo>
                      <a:pt x="2089" y="34"/>
                      <a:pt x="2086" y="15"/>
                      <a:pt x="2070" y="3"/>
                    </a:cubicBezTo>
                    <a:cubicBezTo>
                      <a:pt x="2064" y="1"/>
                      <a:pt x="2058" y="0"/>
                      <a:pt x="205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0" name="Google Shape;1130;p28"/>
              <p:cNvSpPr/>
              <p:nvPr/>
            </p:nvSpPr>
            <p:spPr>
              <a:xfrm>
                <a:off x="2080155" y="3958076"/>
                <a:ext cx="165830" cy="149897"/>
              </a:xfrm>
              <a:custGeom>
                <a:avLst/>
                <a:gdLst/>
                <a:ahLst/>
                <a:cxnLst/>
                <a:rect l="l" t="t" r="r" b="b"/>
                <a:pathLst>
                  <a:path w="1863" h="1684" extrusionOk="0">
                    <a:moveTo>
                      <a:pt x="1851" y="0"/>
                    </a:moveTo>
                    <a:cubicBezTo>
                      <a:pt x="1849" y="0"/>
                      <a:pt x="1848" y="1"/>
                      <a:pt x="1846" y="2"/>
                    </a:cubicBezTo>
                    <a:cubicBezTo>
                      <a:pt x="1673" y="75"/>
                      <a:pt x="1532" y="247"/>
                      <a:pt x="1396" y="373"/>
                    </a:cubicBezTo>
                    <a:cubicBezTo>
                      <a:pt x="1249" y="521"/>
                      <a:pt x="1094" y="666"/>
                      <a:pt x="940" y="807"/>
                    </a:cubicBezTo>
                    <a:cubicBezTo>
                      <a:pt x="635" y="1094"/>
                      <a:pt x="327" y="1380"/>
                      <a:pt x="12" y="1657"/>
                    </a:cubicBezTo>
                    <a:cubicBezTo>
                      <a:pt x="0" y="1666"/>
                      <a:pt x="9" y="1684"/>
                      <a:pt x="21" y="1684"/>
                    </a:cubicBezTo>
                    <a:cubicBezTo>
                      <a:pt x="24" y="1684"/>
                      <a:pt x="28" y="1682"/>
                      <a:pt x="31" y="1679"/>
                    </a:cubicBezTo>
                    <a:cubicBezTo>
                      <a:pt x="355" y="1402"/>
                      <a:pt x="682" y="1125"/>
                      <a:pt x="1000" y="845"/>
                    </a:cubicBezTo>
                    <a:cubicBezTo>
                      <a:pt x="1157" y="710"/>
                      <a:pt x="1315" y="568"/>
                      <a:pt x="1469" y="430"/>
                    </a:cubicBezTo>
                    <a:cubicBezTo>
                      <a:pt x="1601" y="310"/>
                      <a:pt x="1777" y="178"/>
                      <a:pt x="1856" y="12"/>
                    </a:cubicBezTo>
                    <a:cubicBezTo>
                      <a:pt x="1863" y="7"/>
                      <a:pt x="1857" y="0"/>
                      <a:pt x="185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1" name="Google Shape;1131;p28"/>
              <p:cNvSpPr/>
              <p:nvPr/>
            </p:nvSpPr>
            <p:spPr>
              <a:xfrm>
                <a:off x="1213809" y="4052250"/>
                <a:ext cx="616412" cy="943889"/>
              </a:xfrm>
              <a:custGeom>
                <a:avLst/>
                <a:gdLst/>
                <a:ahLst/>
                <a:cxnLst/>
                <a:rect l="l" t="t" r="r" b="b"/>
                <a:pathLst>
                  <a:path w="6925" h="10604" extrusionOk="0">
                    <a:moveTo>
                      <a:pt x="4461" y="1"/>
                    </a:moveTo>
                    <a:lnTo>
                      <a:pt x="1662" y="3574"/>
                    </a:lnTo>
                    <a:cubicBezTo>
                      <a:pt x="0" y="5844"/>
                      <a:pt x="1205" y="10604"/>
                      <a:pt x="2160" y="10604"/>
                    </a:cubicBezTo>
                    <a:cubicBezTo>
                      <a:pt x="2163" y="10604"/>
                      <a:pt x="2166" y="10604"/>
                      <a:pt x="2169" y="10603"/>
                    </a:cubicBezTo>
                    <a:cubicBezTo>
                      <a:pt x="3615" y="10566"/>
                      <a:pt x="6924" y="6839"/>
                      <a:pt x="6924" y="6839"/>
                    </a:cubicBezTo>
                    <a:lnTo>
                      <a:pt x="4461" y="1"/>
                    </a:lnTo>
                    <a:close/>
                  </a:path>
                </a:pathLst>
              </a:custGeom>
              <a:solidFill>
                <a:srgbClr val="B1A0B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2" name="Google Shape;1132;p28"/>
              <p:cNvSpPr/>
              <p:nvPr/>
            </p:nvSpPr>
            <p:spPr>
              <a:xfrm>
                <a:off x="1277185" y="4369308"/>
                <a:ext cx="86164" cy="300239"/>
              </a:xfrm>
              <a:custGeom>
                <a:avLst/>
                <a:gdLst/>
                <a:ahLst/>
                <a:cxnLst/>
                <a:rect l="l" t="t" r="r" b="b"/>
                <a:pathLst>
                  <a:path w="968" h="3373" extrusionOk="0">
                    <a:moveTo>
                      <a:pt x="952" y="0"/>
                    </a:moveTo>
                    <a:cubicBezTo>
                      <a:pt x="949" y="0"/>
                      <a:pt x="946" y="2"/>
                      <a:pt x="944" y="6"/>
                    </a:cubicBezTo>
                    <a:cubicBezTo>
                      <a:pt x="0" y="1330"/>
                      <a:pt x="66" y="2808"/>
                      <a:pt x="139" y="3358"/>
                    </a:cubicBezTo>
                    <a:cubicBezTo>
                      <a:pt x="142" y="3368"/>
                      <a:pt x="148" y="3373"/>
                      <a:pt x="153" y="3373"/>
                    </a:cubicBezTo>
                    <a:cubicBezTo>
                      <a:pt x="158" y="3373"/>
                      <a:pt x="162" y="3368"/>
                      <a:pt x="161" y="3358"/>
                    </a:cubicBezTo>
                    <a:cubicBezTo>
                      <a:pt x="136" y="2824"/>
                      <a:pt x="353" y="1075"/>
                      <a:pt x="963" y="15"/>
                    </a:cubicBezTo>
                    <a:cubicBezTo>
                      <a:pt x="967" y="8"/>
                      <a:pt x="959" y="0"/>
                      <a:pt x="95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3" name="Google Shape;1133;p28"/>
              <p:cNvSpPr/>
              <p:nvPr/>
            </p:nvSpPr>
            <p:spPr>
              <a:xfrm>
                <a:off x="1519918" y="4208821"/>
                <a:ext cx="186748" cy="518943"/>
              </a:xfrm>
              <a:custGeom>
                <a:avLst/>
                <a:gdLst/>
                <a:ahLst/>
                <a:cxnLst/>
                <a:rect l="l" t="t" r="r" b="b"/>
                <a:pathLst>
                  <a:path w="2098" h="5830" extrusionOk="0">
                    <a:moveTo>
                      <a:pt x="13" y="0"/>
                    </a:moveTo>
                    <a:cubicBezTo>
                      <a:pt x="7" y="0"/>
                      <a:pt x="0" y="7"/>
                      <a:pt x="0" y="16"/>
                    </a:cubicBezTo>
                    <a:cubicBezTo>
                      <a:pt x="126" y="447"/>
                      <a:pt x="271" y="875"/>
                      <a:pt x="412" y="1309"/>
                    </a:cubicBezTo>
                    <a:cubicBezTo>
                      <a:pt x="664" y="2067"/>
                      <a:pt x="938" y="2825"/>
                      <a:pt x="1205" y="3576"/>
                    </a:cubicBezTo>
                    <a:cubicBezTo>
                      <a:pt x="1475" y="4328"/>
                      <a:pt x="1746" y="5080"/>
                      <a:pt x="2057" y="5819"/>
                    </a:cubicBezTo>
                    <a:cubicBezTo>
                      <a:pt x="2059" y="5827"/>
                      <a:pt x="2066" y="5830"/>
                      <a:pt x="2072" y="5830"/>
                    </a:cubicBezTo>
                    <a:cubicBezTo>
                      <a:pt x="2084" y="5830"/>
                      <a:pt x="2098" y="5820"/>
                      <a:pt x="2092" y="5809"/>
                    </a:cubicBezTo>
                    <a:cubicBezTo>
                      <a:pt x="1966" y="5378"/>
                      <a:pt x="1825" y="4944"/>
                      <a:pt x="1680" y="4517"/>
                    </a:cubicBezTo>
                    <a:cubicBezTo>
                      <a:pt x="1416" y="3759"/>
                      <a:pt x="1151" y="3004"/>
                      <a:pt x="878" y="2246"/>
                    </a:cubicBezTo>
                    <a:cubicBezTo>
                      <a:pt x="607" y="1497"/>
                      <a:pt x="331" y="742"/>
                      <a:pt x="19" y="6"/>
                    </a:cubicBezTo>
                    <a:cubicBezTo>
                      <a:pt x="18" y="2"/>
                      <a:pt x="16" y="0"/>
                      <a:pt x="1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4" name="Google Shape;1134;p28"/>
              <p:cNvSpPr/>
              <p:nvPr/>
            </p:nvSpPr>
            <p:spPr>
              <a:xfrm>
                <a:off x="1342875" y="4046998"/>
                <a:ext cx="272022" cy="351421"/>
              </a:xfrm>
              <a:custGeom>
                <a:avLst/>
                <a:gdLst/>
                <a:ahLst/>
                <a:cxnLst/>
                <a:rect l="l" t="t" r="r" b="b"/>
                <a:pathLst>
                  <a:path w="3056" h="3948" extrusionOk="0">
                    <a:moveTo>
                      <a:pt x="2980" y="0"/>
                    </a:moveTo>
                    <a:cubicBezTo>
                      <a:pt x="2974" y="3"/>
                      <a:pt x="2964" y="10"/>
                      <a:pt x="2958" y="16"/>
                    </a:cubicBezTo>
                    <a:cubicBezTo>
                      <a:pt x="2738" y="236"/>
                      <a:pt x="2530" y="472"/>
                      <a:pt x="2345" y="720"/>
                    </a:cubicBezTo>
                    <a:cubicBezTo>
                      <a:pt x="2147" y="963"/>
                      <a:pt x="1958" y="1208"/>
                      <a:pt x="1766" y="1456"/>
                    </a:cubicBezTo>
                    <a:cubicBezTo>
                      <a:pt x="1389" y="1947"/>
                      <a:pt x="536" y="2950"/>
                      <a:pt x="1" y="3944"/>
                    </a:cubicBezTo>
                    <a:cubicBezTo>
                      <a:pt x="0" y="3947"/>
                      <a:pt x="2" y="3947"/>
                      <a:pt x="6" y="3947"/>
                    </a:cubicBezTo>
                    <a:cubicBezTo>
                      <a:pt x="22" y="3947"/>
                      <a:pt x="81" y="3926"/>
                      <a:pt x="83" y="3916"/>
                    </a:cubicBezTo>
                    <a:cubicBezTo>
                      <a:pt x="310" y="3428"/>
                      <a:pt x="2816" y="396"/>
                      <a:pt x="2983" y="126"/>
                    </a:cubicBezTo>
                    <a:cubicBezTo>
                      <a:pt x="2996" y="145"/>
                      <a:pt x="3011" y="170"/>
                      <a:pt x="3024" y="189"/>
                    </a:cubicBezTo>
                    <a:cubicBezTo>
                      <a:pt x="3026" y="196"/>
                      <a:pt x="3034" y="200"/>
                      <a:pt x="3040" y="200"/>
                    </a:cubicBezTo>
                    <a:cubicBezTo>
                      <a:pt x="3043" y="200"/>
                      <a:pt x="3044" y="199"/>
                      <a:pt x="3046" y="198"/>
                    </a:cubicBezTo>
                    <a:cubicBezTo>
                      <a:pt x="3056" y="192"/>
                      <a:pt x="3056" y="186"/>
                      <a:pt x="3056" y="176"/>
                    </a:cubicBezTo>
                    <a:cubicBezTo>
                      <a:pt x="3056" y="129"/>
                      <a:pt x="3037" y="88"/>
                      <a:pt x="3027" y="44"/>
                    </a:cubicBezTo>
                    <a:cubicBezTo>
                      <a:pt x="3027" y="19"/>
                      <a:pt x="3005" y="0"/>
                      <a:pt x="2980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5" name="Google Shape;1135;p28"/>
              <p:cNvSpPr/>
              <p:nvPr/>
            </p:nvSpPr>
            <p:spPr>
              <a:xfrm>
                <a:off x="1494995" y="4616671"/>
                <a:ext cx="339672" cy="355961"/>
              </a:xfrm>
              <a:custGeom>
                <a:avLst/>
                <a:gdLst/>
                <a:ahLst/>
                <a:cxnLst/>
                <a:rect l="l" t="t" r="r" b="b"/>
                <a:pathLst>
                  <a:path w="3816" h="3999" extrusionOk="0">
                    <a:moveTo>
                      <a:pt x="3649" y="1"/>
                    </a:moveTo>
                    <a:lnTo>
                      <a:pt x="3771" y="491"/>
                    </a:lnTo>
                    <a:lnTo>
                      <a:pt x="3771" y="491"/>
                    </a:lnTo>
                    <a:cubicBezTo>
                      <a:pt x="3151" y="1084"/>
                      <a:pt x="2540" y="1689"/>
                      <a:pt x="1928" y="2290"/>
                    </a:cubicBezTo>
                    <a:cubicBezTo>
                      <a:pt x="1620" y="2592"/>
                      <a:pt x="1309" y="2891"/>
                      <a:pt x="994" y="3187"/>
                    </a:cubicBezTo>
                    <a:cubicBezTo>
                      <a:pt x="837" y="3332"/>
                      <a:pt x="680" y="3476"/>
                      <a:pt x="516" y="3615"/>
                    </a:cubicBezTo>
                    <a:cubicBezTo>
                      <a:pt x="356" y="3756"/>
                      <a:pt x="183" y="3885"/>
                      <a:pt x="0" y="3998"/>
                    </a:cubicBezTo>
                    <a:cubicBezTo>
                      <a:pt x="198" y="3910"/>
                      <a:pt x="387" y="3803"/>
                      <a:pt x="563" y="3671"/>
                    </a:cubicBezTo>
                    <a:cubicBezTo>
                      <a:pt x="739" y="3552"/>
                      <a:pt x="912" y="3416"/>
                      <a:pt x="1079" y="3278"/>
                    </a:cubicBezTo>
                    <a:cubicBezTo>
                      <a:pt x="1416" y="3004"/>
                      <a:pt x="1737" y="2706"/>
                      <a:pt x="2045" y="2410"/>
                    </a:cubicBezTo>
                    <a:cubicBezTo>
                      <a:pt x="2356" y="2117"/>
                      <a:pt x="2664" y="1806"/>
                      <a:pt x="2954" y="1488"/>
                    </a:cubicBezTo>
                    <a:cubicBezTo>
                      <a:pt x="3249" y="1168"/>
                      <a:pt x="3539" y="847"/>
                      <a:pt x="3806" y="513"/>
                    </a:cubicBezTo>
                    <a:lnTo>
                      <a:pt x="3816" y="501"/>
                    </a:lnTo>
                    <a:lnTo>
                      <a:pt x="3816" y="491"/>
                    </a:lnTo>
                    <a:lnTo>
                      <a:pt x="364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28"/>
              <p:cNvSpPr/>
              <p:nvPr/>
            </p:nvSpPr>
            <p:spPr>
              <a:xfrm>
                <a:off x="1253686" y="4788819"/>
                <a:ext cx="351955" cy="211583"/>
              </a:xfrm>
              <a:custGeom>
                <a:avLst/>
                <a:gdLst/>
                <a:ahLst/>
                <a:cxnLst/>
                <a:rect l="l" t="t" r="r" b="b"/>
                <a:pathLst>
                  <a:path w="3954" h="2377" extrusionOk="0">
                    <a:moveTo>
                      <a:pt x="345" y="1"/>
                    </a:moveTo>
                    <a:cubicBezTo>
                      <a:pt x="270" y="1"/>
                      <a:pt x="0" y="926"/>
                      <a:pt x="32" y="995"/>
                    </a:cubicBezTo>
                    <a:cubicBezTo>
                      <a:pt x="32" y="995"/>
                      <a:pt x="724" y="2152"/>
                      <a:pt x="1526" y="2347"/>
                    </a:cubicBezTo>
                    <a:cubicBezTo>
                      <a:pt x="1605" y="2367"/>
                      <a:pt x="1686" y="2377"/>
                      <a:pt x="1768" y="2377"/>
                    </a:cubicBezTo>
                    <a:cubicBezTo>
                      <a:pt x="2761" y="2377"/>
                      <a:pt x="3954" y="1039"/>
                      <a:pt x="3954" y="1039"/>
                    </a:cubicBezTo>
                    <a:cubicBezTo>
                      <a:pt x="3954" y="1039"/>
                      <a:pt x="3674" y="662"/>
                      <a:pt x="3542" y="611"/>
                    </a:cubicBezTo>
                    <a:cubicBezTo>
                      <a:pt x="3534" y="608"/>
                      <a:pt x="3523" y="607"/>
                      <a:pt x="3508" y="607"/>
                    </a:cubicBezTo>
                    <a:cubicBezTo>
                      <a:pt x="3286" y="607"/>
                      <a:pt x="2313" y="920"/>
                      <a:pt x="1883" y="920"/>
                    </a:cubicBezTo>
                    <a:cubicBezTo>
                      <a:pt x="1847" y="920"/>
                      <a:pt x="1814" y="918"/>
                      <a:pt x="1787" y="913"/>
                    </a:cubicBezTo>
                    <a:cubicBezTo>
                      <a:pt x="1416" y="847"/>
                      <a:pt x="415" y="14"/>
                      <a:pt x="346" y="1"/>
                    </a:cubicBezTo>
                    <a:cubicBezTo>
                      <a:pt x="346" y="1"/>
                      <a:pt x="345" y="1"/>
                      <a:pt x="345" y="1"/>
                    </a:cubicBezTo>
                    <a:close/>
                  </a:path>
                </a:pathLst>
              </a:custGeom>
              <a:solidFill>
                <a:srgbClr val="B1A0B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28"/>
              <p:cNvSpPr/>
              <p:nvPr/>
            </p:nvSpPr>
            <p:spPr>
              <a:xfrm>
                <a:off x="1253686" y="4788819"/>
                <a:ext cx="351955" cy="211583"/>
              </a:xfrm>
              <a:custGeom>
                <a:avLst/>
                <a:gdLst/>
                <a:ahLst/>
                <a:cxnLst/>
                <a:rect l="l" t="t" r="r" b="b"/>
                <a:pathLst>
                  <a:path w="3954" h="2377" extrusionOk="0">
                    <a:moveTo>
                      <a:pt x="345" y="1"/>
                    </a:moveTo>
                    <a:cubicBezTo>
                      <a:pt x="270" y="1"/>
                      <a:pt x="0" y="926"/>
                      <a:pt x="32" y="995"/>
                    </a:cubicBezTo>
                    <a:cubicBezTo>
                      <a:pt x="32" y="995"/>
                      <a:pt x="724" y="2152"/>
                      <a:pt x="1526" y="2347"/>
                    </a:cubicBezTo>
                    <a:cubicBezTo>
                      <a:pt x="1605" y="2367"/>
                      <a:pt x="1686" y="2377"/>
                      <a:pt x="1768" y="2377"/>
                    </a:cubicBezTo>
                    <a:cubicBezTo>
                      <a:pt x="2761" y="2377"/>
                      <a:pt x="3954" y="1039"/>
                      <a:pt x="3954" y="1039"/>
                    </a:cubicBezTo>
                    <a:cubicBezTo>
                      <a:pt x="3954" y="1039"/>
                      <a:pt x="3674" y="662"/>
                      <a:pt x="3542" y="611"/>
                    </a:cubicBezTo>
                    <a:cubicBezTo>
                      <a:pt x="3534" y="608"/>
                      <a:pt x="3523" y="607"/>
                      <a:pt x="3508" y="607"/>
                    </a:cubicBezTo>
                    <a:cubicBezTo>
                      <a:pt x="3286" y="607"/>
                      <a:pt x="2313" y="920"/>
                      <a:pt x="1883" y="920"/>
                    </a:cubicBezTo>
                    <a:cubicBezTo>
                      <a:pt x="1847" y="920"/>
                      <a:pt x="1814" y="918"/>
                      <a:pt x="1787" y="913"/>
                    </a:cubicBezTo>
                    <a:cubicBezTo>
                      <a:pt x="1416" y="847"/>
                      <a:pt x="415" y="14"/>
                      <a:pt x="346" y="1"/>
                    </a:cubicBezTo>
                    <a:cubicBezTo>
                      <a:pt x="346" y="1"/>
                      <a:pt x="345" y="1"/>
                      <a:pt x="345" y="1"/>
                    </a:cubicBezTo>
                    <a:close/>
                  </a:path>
                </a:pathLst>
              </a:custGeom>
              <a:solidFill>
                <a:srgbClr val="423542">
                  <a:alpha val="393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28"/>
              <p:cNvSpPr/>
              <p:nvPr/>
            </p:nvSpPr>
            <p:spPr>
              <a:xfrm>
                <a:off x="1359164" y="4813742"/>
                <a:ext cx="20829" cy="75750"/>
              </a:xfrm>
              <a:custGeom>
                <a:avLst/>
                <a:gdLst/>
                <a:ahLst/>
                <a:cxnLst/>
                <a:rect l="l" t="t" r="r" b="b"/>
                <a:pathLst>
                  <a:path w="234" h="851" extrusionOk="0">
                    <a:moveTo>
                      <a:pt x="205" y="1"/>
                    </a:moveTo>
                    <a:cubicBezTo>
                      <a:pt x="158" y="64"/>
                      <a:pt x="124" y="130"/>
                      <a:pt x="95" y="202"/>
                    </a:cubicBezTo>
                    <a:cubicBezTo>
                      <a:pt x="70" y="268"/>
                      <a:pt x="48" y="337"/>
                      <a:pt x="32" y="410"/>
                    </a:cubicBezTo>
                    <a:cubicBezTo>
                      <a:pt x="1" y="555"/>
                      <a:pt x="1" y="705"/>
                      <a:pt x="29" y="850"/>
                    </a:cubicBezTo>
                    <a:cubicBezTo>
                      <a:pt x="76" y="790"/>
                      <a:pt x="117" y="724"/>
                      <a:pt x="149" y="652"/>
                    </a:cubicBezTo>
                    <a:cubicBezTo>
                      <a:pt x="174" y="586"/>
                      <a:pt x="196" y="517"/>
                      <a:pt x="212" y="444"/>
                    </a:cubicBezTo>
                    <a:cubicBezTo>
                      <a:pt x="227" y="375"/>
                      <a:pt x="234" y="303"/>
                      <a:pt x="234" y="227"/>
                    </a:cubicBezTo>
                    <a:cubicBezTo>
                      <a:pt x="234" y="149"/>
                      <a:pt x="227" y="76"/>
                      <a:pt x="20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28"/>
              <p:cNvSpPr/>
              <p:nvPr/>
            </p:nvSpPr>
            <p:spPr>
              <a:xfrm>
                <a:off x="1397795" y="4828073"/>
                <a:ext cx="37118" cy="68362"/>
              </a:xfrm>
              <a:custGeom>
                <a:avLst/>
                <a:gdLst/>
                <a:ahLst/>
                <a:cxnLst/>
                <a:rect l="l" t="t" r="r" b="b"/>
                <a:pathLst>
                  <a:path w="417" h="768" extrusionOk="0">
                    <a:moveTo>
                      <a:pt x="416" y="0"/>
                    </a:moveTo>
                    <a:lnTo>
                      <a:pt x="416" y="0"/>
                    </a:lnTo>
                    <a:cubicBezTo>
                      <a:pt x="353" y="48"/>
                      <a:pt x="300" y="104"/>
                      <a:pt x="253" y="167"/>
                    </a:cubicBezTo>
                    <a:cubicBezTo>
                      <a:pt x="209" y="224"/>
                      <a:pt x="171" y="283"/>
                      <a:pt x="133" y="346"/>
                    </a:cubicBezTo>
                    <a:cubicBezTo>
                      <a:pt x="61" y="475"/>
                      <a:pt x="17" y="617"/>
                      <a:pt x="1" y="768"/>
                    </a:cubicBezTo>
                    <a:cubicBezTo>
                      <a:pt x="64" y="724"/>
                      <a:pt x="117" y="670"/>
                      <a:pt x="165" y="607"/>
                    </a:cubicBezTo>
                    <a:cubicBezTo>
                      <a:pt x="212" y="548"/>
                      <a:pt x="253" y="488"/>
                      <a:pt x="287" y="425"/>
                    </a:cubicBezTo>
                    <a:cubicBezTo>
                      <a:pt x="322" y="362"/>
                      <a:pt x="353" y="296"/>
                      <a:pt x="378" y="224"/>
                    </a:cubicBezTo>
                    <a:cubicBezTo>
                      <a:pt x="400" y="154"/>
                      <a:pt x="413" y="76"/>
                      <a:pt x="41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28"/>
              <p:cNvSpPr/>
              <p:nvPr/>
            </p:nvSpPr>
            <p:spPr>
              <a:xfrm>
                <a:off x="1244162" y="4808491"/>
                <a:ext cx="50203" cy="60529"/>
              </a:xfrm>
              <a:custGeom>
                <a:avLst/>
                <a:gdLst/>
                <a:ahLst/>
                <a:cxnLst/>
                <a:rect l="l" t="t" r="r" b="b"/>
                <a:pathLst>
                  <a:path w="564" h="680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13" y="79"/>
                      <a:pt x="44" y="154"/>
                      <a:pt x="82" y="220"/>
                    </a:cubicBezTo>
                    <a:cubicBezTo>
                      <a:pt x="117" y="286"/>
                      <a:pt x="161" y="346"/>
                      <a:pt x="208" y="403"/>
                    </a:cubicBezTo>
                    <a:cubicBezTo>
                      <a:pt x="255" y="459"/>
                      <a:pt x="312" y="513"/>
                      <a:pt x="365" y="560"/>
                    </a:cubicBezTo>
                    <a:cubicBezTo>
                      <a:pt x="425" y="604"/>
                      <a:pt x="491" y="648"/>
                      <a:pt x="563" y="680"/>
                    </a:cubicBezTo>
                    <a:cubicBezTo>
                      <a:pt x="544" y="604"/>
                      <a:pt x="510" y="535"/>
                      <a:pt x="472" y="469"/>
                    </a:cubicBezTo>
                    <a:cubicBezTo>
                      <a:pt x="437" y="406"/>
                      <a:pt x="393" y="343"/>
                      <a:pt x="346" y="286"/>
                    </a:cubicBezTo>
                    <a:cubicBezTo>
                      <a:pt x="252" y="170"/>
                      <a:pt x="135" y="69"/>
                      <a:pt x="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28"/>
              <p:cNvSpPr/>
              <p:nvPr/>
            </p:nvSpPr>
            <p:spPr>
              <a:xfrm>
                <a:off x="950069" y="3278207"/>
                <a:ext cx="386848" cy="408656"/>
              </a:xfrm>
              <a:custGeom>
                <a:avLst/>
                <a:gdLst/>
                <a:ahLst/>
                <a:cxnLst/>
                <a:rect l="l" t="t" r="r" b="b"/>
                <a:pathLst>
                  <a:path w="4346" h="4591" extrusionOk="0">
                    <a:moveTo>
                      <a:pt x="2150" y="0"/>
                    </a:moveTo>
                    <a:cubicBezTo>
                      <a:pt x="1175" y="0"/>
                      <a:pt x="1" y="13"/>
                      <a:pt x="17" y="76"/>
                    </a:cubicBezTo>
                    <a:cubicBezTo>
                      <a:pt x="153" y="589"/>
                      <a:pt x="253" y="1155"/>
                      <a:pt x="345" y="1667"/>
                    </a:cubicBezTo>
                    <a:cubicBezTo>
                      <a:pt x="483" y="2513"/>
                      <a:pt x="562" y="3209"/>
                      <a:pt x="612" y="3262"/>
                    </a:cubicBezTo>
                    <a:cubicBezTo>
                      <a:pt x="1235" y="3922"/>
                      <a:pt x="2430" y="4590"/>
                      <a:pt x="3223" y="4590"/>
                    </a:cubicBezTo>
                    <a:cubicBezTo>
                      <a:pt x="3391" y="4590"/>
                      <a:pt x="3540" y="4561"/>
                      <a:pt x="3663" y="4495"/>
                    </a:cubicBezTo>
                    <a:cubicBezTo>
                      <a:pt x="4345" y="4127"/>
                      <a:pt x="3899" y="2674"/>
                      <a:pt x="3726" y="2287"/>
                    </a:cubicBezTo>
                    <a:cubicBezTo>
                      <a:pt x="3719" y="2281"/>
                      <a:pt x="3713" y="2268"/>
                      <a:pt x="3710" y="2256"/>
                    </a:cubicBezTo>
                    <a:cubicBezTo>
                      <a:pt x="3679" y="2189"/>
                      <a:pt x="3650" y="2123"/>
                      <a:pt x="3631" y="2051"/>
                    </a:cubicBezTo>
                    <a:cubicBezTo>
                      <a:pt x="3395" y="1164"/>
                      <a:pt x="3427" y="7"/>
                      <a:pt x="3427" y="7"/>
                    </a:cubicBezTo>
                    <a:cubicBezTo>
                      <a:pt x="3427" y="7"/>
                      <a:pt x="2838" y="0"/>
                      <a:pt x="2150" y="0"/>
                    </a:cubicBezTo>
                    <a:close/>
                  </a:path>
                </a:pathLst>
              </a:custGeom>
              <a:solidFill>
                <a:srgbClr val="EB948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28"/>
              <p:cNvSpPr/>
              <p:nvPr/>
            </p:nvSpPr>
            <p:spPr>
              <a:xfrm>
                <a:off x="969740" y="3278118"/>
                <a:ext cx="312256" cy="218259"/>
              </a:xfrm>
              <a:custGeom>
                <a:avLst/>
                <a:gdLst/>
                <a:ahLst/>
                <a:cxnLst/>
                <a:rect l="l" t="t" r="r" b="b"/>
                <a:pathLst>
                  <a:path w="3508" h="2452" extrusionOk="0">
                    <a:moveTo>
                      <a:pt x="2083" y="0"/>
                    </a:moveTo>
                    <a:cubicBezTo>
                      <a:pt x="1326" y="0"/>
                      <a:pt x="399" y="7"/>
                      <a:pt x="1" y="36"/>
                    </a:cubicBezTo>
                    <a:cubicBezTo>
                      <a:pt x="343" y="785"/>
                      <a:pt x="1266" y="2452"/>
                      <a:pt x="2718" y="2452"/>
                    </a:cubicBezTo>
                    <a:cubicBezTo>
                      <a:pt x="2869" y="2452"/>
                      <a:pt x="3025" y="2434"/>
                      <a:pt x="3187" y="2395"/>
                    </a:cubicBezTo>
                    <a:cubicBezTo>
                      <a:pt x="3297" y="2373"/>
                      <a:pt x="3407" y="2335"/>
                      <a:pt x="3508" y="2294"/>
                    </a:cubicBezTo>
                    <a:lnTo>
                      <a:pt x="3495" y="2257"/>
                    </a:lnTo>
                    <a:cubicBezTo>
                      <a:pt x="3464" y="2190"/>
                      <a:pt x="3435" y="2124"/>
                      <a:pt x="3417" y="2052"/>
                    </a:cubicBezTo>
                    <a:cubicBezTo>
                      <a:pt x="3178" y="1159"/>
                      <a:pt x="3212" y="5"/>
                      <a:pt x="3212" y="5"/>
                    </a:cubicBezTo>
                    <a:cubicBezTo>
                      <a:pt x="3212" y="5"/>
                      <a:pt x="2705" y="0"/>
                      <a:pt x="2083" y="0"/>
                    </a:cubicBezTo>
                    <a:close/>
                  </a:path>
                </a:pathLst>
              </a:custGeom>
              <a:solidFill>
                <a:srgbClr val="423542">
                  <a:alpha val="393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28"/>
              <p:cNvSpPr/>
              <p:nvPr/>
            </p:nvSpPr>
            <p:spPr>
              <a:xfrm>
                <a:off x="794833" y="2724111"/>
                <a:ext cx="624334" cy="695722"/>
              </a:xfrm>
              <a:custGeom>
                <a:avLst/>
                <a:gdLst/>
                <a:ahLst/>
                <a:cxnLst/>
                <a:rect l="l" t="t" r="r" b="b"/>
                <a:pathLst>
                  <a:path w="7014" h="7816" extrusionOk="0">
                    <a:moveTo>
                      <a:pt x="2964" y="0"/>
                    </a:moveTo>
                    <a:cubicBezTo>
                      <a:pt x="1509" y="0"/>
                      <a:pt x="0" y="1287"/>
                      <a:pt x="41" y="2841"/>
                    </a:cubicBezTo>
                    <a:cubicBezTo>
                      <a:pt x="72" y="4071"/>
                      <a:pt x="1746" y="7094"/>
                      <a:pt x="2771" y="7543"/>
                    </a:cubicBezTo>
                    <a:cubicBezTo>
                      <a:pt x="3188" y="7725"/>
                      <a:pt x="3636" y="7815"/>
                      <a:pt x="4075" y="7815"/>
                    </a:cubicBezTo>
                    <a:cubicBezTo>
                      <a:pt x="5218" y="7815"/>
                      <a:pt x="6301" y="7203"/>
                      <a:pt x="6605" y="5990"/>
                    </a:cubicBezTo>
                    <a:cubicBezTo>
                      <a:pt x="7014" y="4360"/>
                      <a:pt x="4768" y="460"/>
                      <a:pt x="3667" y="108"/>
                    </a:cubicBezTo>
                    <a:cubicBezTo>
                      <a:pt x="3439" y="35"/>
                      <a:pt x="3202" y="0"/>
                      <a:pt x="2964" y="0"/>
                    </a:cubicBezTo>
                    <a:close/>
                  </a:path>
                </a:pathLst>
              </a:custGeom>
              <a:solidFill>
                <a:srgbClr val="EB948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28"/>
              <p:cNvSpPr/>
              <p:nvPr/>
            </p:nvSpPr>
            <p:spPr>
              <a:xfrm>
                <a:off x="1131919" y="3067339"/>
                <a:ext cx="24656" cy="59104"/>
              </a:xfrm>
              <a:custGeom>
                <a:avLst/>
                <a:gdLst/>
                <a:ahLst/>
                <a:cxnLst/>
                <a:rect l="l" t="t" r="r" b="b"/>
                <a:pathLst>
                  <a:path w="277" h="664" extrusionOk="0">
                    <a:moveTo>
                      <a:pt x="11" y="0"/>
                    </a:moveTo>
                    <a:cubicBezTo>
                      <a:pt x="5" y="0"/>
                      <a:pt x="0" y="24"/>
                      <a:pt x="3" y="29"/>
                    </a:cubicBezTo>
                    <a:cubicBezTo>
                      <a:pt x="113" y="234"/>
                      <a:pt x="208" y="485"/>
                      <a:pt x="53" y="652"/>
                    </a:cubicBezTo>
                    <a:cubicBezTo>
                      <a:pt x="51" y="655"/>
                      <a:pt x="52" y="663"/>
                      <a:pt x="58" y="663"/>
                    </a:cubicBezTo>
                    <a:cubicBezTo>
                      <a:pt x="59" y="663"/>
                      <a:pt x="61" y="663"/>
                      <a:pt x="63" y="662"/>
                    </a:cubicBezTo>
                    <a:cubicBezTo>
                      <a:pt x="277" y="514"/>
                      <a:pt x="154" y="180"/>
                      <a:pt x="13" y="1"/>
                    </a:cubicBezTo>
                    <a:cubicBezTo>
                      <a:pt x="12" y="0"/>
                      <a:pt x="11" y="0"/>
                      <a:pt x="1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28"/>
              <p:cNvSpPr/>
              <p:nvPr/>
            </p:nvSpPr>
            <p:spPr>
              <a:xfrm>
                <a:off x="1078868" y="3055500"/>
                <a:ext cx="80200" cy="64445"/>
              </a:xfrm>
              <a:custGeom>
                <a:avLst/>
                <a:gdLst/>
                <a:ahLst/>
                <a:cxnLst/>
                <a:rect l="l" t="t" r="r" b="b"/>
                <a:pathLst>
                  <a:path w="901" h="724" extrusionOk="0">
                    <a:moveTo>
                      <a:pt x="385" y="1"/>
                    </a:moveTo>
                    <a:cubicBezTo>
                      <a:pt x="362" y="1"/>
                      <a:pt x="339" y="5"/>
                      <a:pt x="316" y="15"/>
                    </a:cubicBezTo>
                    <a:cubicBezTo>
                      <a:pt x="0" y="147"/>
                      <a:pt x="232" y="723"/>
                      <a:pt x="518" y="723"/>
                    </a:cubicBezTo>
                    <a:cubicBezTo>
                      <a:pt x="546" y="723"/>
                      <a:pt x="574" y="718"/>
                      <a:pt x="602" y="707"/>
                    </a:cubicBezTo>
                    <a:cubicBezTo>
                      <a:pt x="900" y="585"/>
                      <a:pt x="650" y="1"/>
                      <a:pt x="38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28"/>
              <p:cNvSpPr/>
              <p:nvPr/>
            </p:nvSpPr>
            <p:spPr>
              <a:xfrm>
                <a:off x="1235439" y="3015089"/>
                <a:ext cx="43260" cy="41658"/>
              </a:xfrm>
              <a:custGeom>
                <a:avLst/>
                <a:gdLst/>
                <a:ahLst/>
                <a:cxnLst/>
                <a:rect l="l" t="t" r="r" b="b"/>
                <a:pathLst>
                  <a:path w="486" h="468" extrusionOk="0">
                    <a:moveTo>
                      <a:pt x="4" y="1"/>
                    </a:moveTo>
                    <a:cubicBezTo>
                      <a:pt x="2" y="1"/>
                      <a:pt x="1" y="1"/>
                      <a:pt x="1" y="3"/>
                    </a:cubicBezTo>
                    <a:cubicBezTo>
                      <a:pt x="46" y="200"/>
                      <a:pt x="197" y="468"/>
                      <a:pt x="399" y="468"/>
                    </a:cubicBezTo>
                    <a:cubicBezTo>
                      <a:pt x="423" y="468"/>
                      <a:pt x="447" y="464"/>
                      <a:pt x="473" y="456"/>
                    </a:cubicBezTo>
                    <a:cubicBezTo>
                      <a:pt x="485" y="456"/>
                      <a:pt x="479" y="443"/>
                      <a:pt x="473" y="443"/>
                    </a:cubicBezTo>
                    <a:cubicBezTo>
                      <a:pt x="464" y="444"/>
                      <a:pt x="456" y="444"/>
                      <a:pt x="447" y="444"/>
                    </a:cubicBezTo>
                    <a:cubicBezTo>
                      <a:pt x="242" y="444"/>
                      <a:pt x="110" y="224"/>
                      <a:pt x="23" y="16"/>
                    </a:cubicBezTo>
                    <a:cubicBezTo>
                      <a:pt x="20" y="6"/>
                      <a:pt x="10" y="1"/>
                      <a:pt x="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28"/>
              <p:cNvSpPr/>
              <p:nvPr/>
            </p:nvSpPr>
            <p:spPr>
              <a:xfrm>
                <a:off x="1221553" y="2985359"/>
                <a:ext cx="77708" cy="63555"/>
              </a:xfrm>
              <a:custGeom>
                <a:avLst/>
                <a:gdLst/>
                <a:ahLst/>
                <a:cxnLst/>
                <a:rect l="l" t="t" r="r" b="b"/>
                <a:pathLst>
                  <a:path w="873" h="714" extrusionOk="0">
                    <a:moveTo>
                      <a:pt x="355" y="1"/>
                    </a:moveTo>
                    <a:cubicBezTo>
                      <a:pt x="317" y="1"/>
                      <a:pt x="278" y="10"/>
                      <a:pt x="239" y="32"/>
                    </a:cubicBezTo>
                    <a:cubicBezTo>
                      <a:pt x="1" y="166"/>
                      <a:pt x="228" y="713"/>
                      <a:pt x="498" y="713"/>
                    </a:cubicBezTo>
                    <a:cubicBezTo>
                      <a:pt x="532" y="713"/>
                      <a:pt x="566" y="705"/>
                      <a:pt x="600" y="686"/>
                    </a:cubicBezTo>
                    <a:cubicBezTo>
                      <a:pt x="872" y="539"/>
                      <a:pt x="640" y="1"/>
                      <a:pt x="35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8" name="Google Shape;1148;p28"/>
              <p:cNvSpPr/>
              <p:nvPr/>
            </p:nvSpPr>
            <p:spPr>
              <a:xfrm>
                <a:off x="1032760" y="2970583"/>
                <a:ext cx="68451" cy="55900"/>
              </a:xfrm>
              <a:custGeom>
                <a:avLst/>
                <a:gdLst/>
                <a:ahLst/>
                <a:cxnLst/>
                <a:rect l="l" t="t" r="r" b="b"/>
                <a:pathLst>
                  <a:path w="769" h="628" extrusionOk="0">
                    <a:moveTo>
                      <a:pt x="547" y="1"/>
                    </a:moveTo>
                    <a:cubicBezTo>
                      <a:pt x="458" y="1"/>
                      <a:pt x="369" y="40"/>
                      <a:pt x="284" y="91"/>
                    </a:cubicBezTo>
                    <a:cubicBezTo>
                      <a:pt x="158" y="160"/>
                      <a:pt x="67" y="280"/>
                      <a:pt x="26" y="418"/>
                    </a:cubicBezTo>
                    <a:cubicBezTo>
                      <a:pt x="1" y="506"/>
                      <a:pt x="57" y="601"/>
                      <a:pt x="145" y="623"/>
                    </a:cubicBezTo>
                    <a:cubicBezTo>
                      <a:pt x="159" y="626"/>
                      <a:pt x="173" y="628"/>
                      <a:pt x="187" y="628"/>
                    </a:cubicBezTo>
                    <a:cubicBezTo>
                      <a:pt x="212" y="628"/>
                      <a:pt x="239" y="622"/>
                      <a:pt x="265" y="610"/>
                    </a:cubicBezTo>
                    <a:cubicBezTo>
                      <a:pt x="350" y="560"/>
                      <a:pt x="438" y="500"/>
                      <a:pt x="520" y="437"/>
                    </a:cubicBezTo>
                    <a:cubicBezTo>
                      <a:pt x="617" y="371"/>
                      <a:pt x="702" y="327"/>
                      <a:pt x="749" y="214"/>
                    </a:cubicBezTo>
                    <a:cubicBezTo>
                      <a:pt x="768" y="141"/>
                      <a:pt x="737" y="72"/>
                      <a:pt x="677" y="31"/>
                    </a:cubicBezTo>
                    <a:cubicBezTo>
                      <a:pt x="634" y="10"/>
                      <a:pt x="591" y="1"/>
                      <a:pt x="54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9" name="Google Shape;1149;p28"/>
              <p:cNvSpPr/>
              <p:nvPr/>
            </p:nvSpPr>
            <p:spPr>
              <a:xfrm>
                <a:off x="1187551" y="2897238"/>
                <a:ext cx="76551" cy="40857"/>
              </a:xfrm>
              <a:custGeom>
                <a:avLst/>
                <a:gdLst/>
                <a:ahLst/>
                <a:cxnLst/>
                <a:rect l="l" t="t" r="r" b="b"/>
                <a:pathLst>
                  <a:path w="860" h="459" extrusionOk="0">
                    <a:moveTo>
                      <a:pt x="486" y="0"/>
                    </a:moveTo>
                    <a:cubicBezTo>
                      <a:pt x="440" y="0"/>
                      <a:pt x="393" y="6"/>
                      <a:pt x="347" y="19"/>
                    </a:cubicBezTo>
                    <a:cubicBezTo>
                      <a:pt x="202" y="50"/>
                      <a:pt x="70" y="107"/>
                      <a:pt x="20" y="248"/>
                    </a:cubicBezTo>
                    <a:cubicBezTo>
                      <a:pt x="1" y="321"/>
                      <a:pt x="26" y="396"/>
                      <a:pt x="89" y="431"/>
                    </a:cubicBezTo>
                    <a:cubicBezTo>
                      <a:pt x="135" y="452"/>
                      <a:pt x="178" y="459"/>
                      <a:pt x="220" y="459"/>
                    </a:cubicBezTo>
                    <a:cubicBezTo>
                      <a:pt x="280" y="459"/>
                      <a:pt x="340" y="445"/>
                      <a:pt x="410" y="434"/>
                    </a:cubicBezTo>
                    <a:cubicBezTo>
                      <a:pt x="510" y="418"/>
                      <a:pt x="614" y="402"/>
                      <a:pt x="712" y="380"/>
                    </a:cubicBezTo>
                    <a:cubicBezTo>
                      <a:pt x="749" y="368"/>
                      <a:pt x="787" y="339"/>
                      <a:pt x="812" y="305"/>
                    </a:cubicBezTo>
                    <a:cubicBezTo>
                      <a:pt x="860" y="226"/>
                      <a:pt x="838" y="122"/>
                      <a:pt x="759" y="72"/>
                    </a:cubicBezTo>
                    <a:cubicBezTo>
                      <a:pt x="674" y="26"/>
                      <a:pt x="581" y="0"/>
                      <a:pt x="48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28"/>
              <p:cNvSpPr/>
              <p:nvPr/>
            </p:nvSpPr>
            <p:spPr>
              <a:xfrm>
                <a:off x="1182388" y="3235481"/>
                <a:ext cx="42815" cy="22342"/>
              </a:xfrm>
              <a:custGeom>
                <a:avLst/>
                <a:gdLst/>
                <a:ahLst/>
                <a:cxnLst/>
                <a:rect l="l" t="t" r="r" b="b"/>
                <a:pathLst>
                  <a:path w="481" h="251" extrusionOk="0">
                    <a:moveTo>
                      <a:pt x="472" y="1"/>
                    </a:moveTo>
                    <a:cubicBezTo>
                      <a:pt x="470" y="1"/>
                      <a:pt x="468" y="2"/>
                      <a:pt x="465" y="5"/>
                    </a:cubicBezTo>
                    <a:cubicBezTo>
                      <a:pt x="408" y="72"/>
                      <a:pt x="339" y="122"/>
                      <a:pt x="260" y="163"/>
                    </a:cubicBezTo>
                    <a:cubicBezTo>
                      <a:pt x="242" y="165"/>
                      <a:pt x="223" y="166"/>
                      <a:pt x="204" y="166"/>
                    </a:cubicBezTo>
                    <a:cubicBezTo>
                      <a:pt x="142" y="166"/>
                      <a:pt x="80" y="153"/>
                      <a:pt x="24" y="119"/>
                    </a:cubicBezTo>
                    <a:cubicBezTo>
                      <a:pt x="23" y="118"/>
                      <a:pt x="23" y="118"/>
                      <a:pt x="22" y="118"/>
                    </a:cubicBezTo>
                    <a:cubicBezTo>
                      <a:pt x="12" y="118"/>
                      <a:pt x="1" y="132"/>
                      <a:pt x="15" y="138"/>
                    </a:cubicBezTo>
                    <a:cubicBezTo>
                      <a:pt x="61" y="208"/>
                      <a:pt x="140" y="251"/>
                      <a:pt x="226" y="251"/>
                    </a:cubicBezTo>
                    <a:cubicBezTo>
                      <a:pt x="239" y="251"/>
                      <a:pt x="253" y="250"/>
                      <a:pt x="266" y="248"/>
                    </a:cubicBezTo>
                    <a:cubicBezTo>
                      <a:pt x="377" y="216"/>
                      <a:pt x="458" y="125"/>
                      <a:pt x="480" y="12"/>
                    </a:cubicBezTo>
                    <a:cubicBezTo>
                      <a:pt x="480" y="9"/>
                      <a:pt x="480" y="5"/>
                      <a:pt x="477" y="5"/>
                    </a:cubicBezTo>
                    <a:cubicBezTo>
                      <a:pt x="476" y="2"/>
                      <a:pt x="474" y="1"/>
                      <a:pt x="47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28"/>
              <p:cNvSpPr/>
              <p:nvPr/>
            </p:nvSpPr>
            <p:spPr>
              <a:xfrm>
                <a:off x="1165476" y="2938984"/>
                <a:ext cx="121858" cy="252974"/>
              </a:xfrm>
              <a:custGeom>
                <a:avLst/>
                <a:gdLst/>
                <a:ahLst/>
                <a:cxnLst/>
                <a:rect l="l" t="t" r="r" b="b"/>
                <a:pathLst>
                  <a:path w="1369" h="2842" extrusionOk="0">
                    <a:moveTo>
                      <a:pt x="25" y="0"/>
                    </a:moveTo>
                    <a:cubicBezTo>
                      <a:pt x="20" y="0"/>
                      <a:pt x="15" y="2"/>
                      <a:pt x="10" y="6"/>
                    </a:cubicBezTo>
                    <a:cubicBezTo>
                      <a:pt x="4" y="12"/>
                      <a:pt x="0" y="21"/>
                      <a:pt x="7" y="31"/>
                    </a:cubicBezTo>
                    <a:cubicBezTo>
                      <a:pt x="331" y="704"/>
                      <a:pt x="771" y="1314"/>
                      <a:pt x="1108" y="1981"/>
                    </a:cubicBezTo>
                    <a:cubicBezTo>
                      <a:pt x="979" y="1981"/>
                      <a:pt x="850" y="1997"/>
                      <a:pt x="724" y="2034"/>
                    </a:cubicBezTo>
                    <a:cubicBezTo>
                      <a:pt x="702" y="2050"/>
                      <a:pt x="982" y="2494"/>
                      <a:pt x="1007" y="2572"/>
                    </a:cubicBezTo>
                    <a:lnTo>
                      <a:pt x="1007" y="2582"/>
                    </a:lnTo>
                    <a:cubicBezTo>
                      <a:pt x="843" y="2684"/>
                      <a:pt x="683" y="2725"/>
                      <a:pt x="499" y="2725"/>
                    </a:cubicBezTo>
                    <a:cubicBezTo>
                      <a:pt x="393" y="2725"/>
                      <a:pt x="279" y="2711"/>
                      <a:pt x="151" y="2689"/>
                    </a:cubicBezTo>
                    <a:cubicBezTo>
                      <a:pt x="149" y="2688"/>
                      <a:pt x="147" y="2687"/>
                      <a:pt x="145" y="2687"/>
                    </a:cubicBezTo>
                    <a:cubicBezTo>
                      <a:pt x="134" y="2687"/>
                      <a:pt x="129" y="2703"/>
                      <a:pt x="145" y="2714"/>
                    </a:cubicBezTo>
                    <a:cubicBezTo>
                      <a:pt x="275" y="2798"/>
                      <a:pt x="426" y="2841"/>
                      <a:pt x="579" y="2841"/>
                    </a:cubicBezTo>
                    <a:cubicBezTo>
                      <a:pt x="644" y="2841"/>
                      <a:pt x="710" y="2833"/>
                      <a:pt x="774" y="2818"/>
                    </a:cubicBezTo>
                    <a:cubicBezTo>
                      <a:pt x="869" y="2792"/>
                      <a:pt x="957" y="2758"/>
                      <a:pt x="1038" y="2711"/>
                    </a:cubicBezTo>
                    <a:cubicBezTo>
                      <a:pt x="1054" y="2701"/>
                      <a:pt x="1070" y="2695"/>
                      <a:pt x="1086" y="2682"/>
                    </a:cubicBezTo>
                    <a:lnTo>
                      <a:pt x="1126" y="2654"/>
                    </a:lnTo>
                    <a:cubicBezTo>
                      <a:pt x="1148" y="2638"/>
                      <a:pt x="1155" y="2610"/>
                      <a:pt x="1148" y="2588"/>
                    </a:cubicBezTo>
                    <a:cubicBezTo>
                      <a:pt x="1142" y="2578"/>
                      <a:pt x="1139" y="2572"/>
                      <a:pt x="1136" y="2569"/>
                    </a:cubicBezTo>
                    <a:lnTo>
                      <a:pt x="1126" y="2547"/>
                    </a:lnTo>
                    <a:cubicBezTo>
                      <a:pt x="1057" y="2383"/>
                      <a:pt x="928" y="2144"/>
                      <a:pt x="928" y="2144"/>
                    </a:cubicBezTo>
                    <a:cubicBezTo>
                      <a:pt x="997" y="2144"/>
                      <a:pt x="1369" y="2144"/>
                      <a:pt x="1321" y="2060"/>
                    </a:cubicBezTo>
                    <a:cubicBezTo>
                      <a:pt x="953" y="1377"/>
                      <a:pt x="551" y="616"/>
                      <a:pt x="41" y="9"/>
                    </a:cubicBezTo>
                    <a:cubicBezTo>
                      <a:pt x="38" y="3"/>
                      <a:pt x="32" y="0"/>
                      <a:pt x="2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28"/>
              <p:cNvSpPr/>
              <p:nvPr/>
            </p:nvSpPr>
            <p:spPr>
              <a:xfrm>
                <a:off x="1178382" y="3176556"/>
                <a:ext cx="67560" cy="48957"/>
              </a:xfrm>
              <a:custGeom>
                <a:avLst/>
                <a:gdLst/>
                <a:ahLst/>
                <a:cxnLst/>
                <a:rect l="l" t="t" r="r" b="b"/>
                <a:pathLst>
                  <a:path w="759" h="550" extrusionOk="0">
                    <a:moveTo>
                      <a:pt x="758" y="1"/>
                    </a:moveTo>
                    <a:cubicBezTo>
                      <a:pt x="618" y="54"/>
                      <a:pt x="468" y="81"/>
                      <a:pt x="317" y="81"/>
                    </a:cubicBezTo>
                    <a:cubicBezTo>
                      <a:pt x="211" y="81"/>
                      <a:pt x="104" y="68"/>
                      <a:pt x="0" y="42"/>
                    </a:cubicBezTo>
                    <a:lnTo>
                      <a:pt x="0" y="42"/>
                    </a:lnTo>
                    <a:cubicBezTo>
                      <a:pt x="0" y="120"/>
                      <a:pt x="3" y="199"/>
                      <a:pt x="19" y="277"/>
                    </a:cubicBezTo>
                    <a:cubicBezTo>
                      <a:pt x="48" y="412"/>
                      <a:pt x="113" y="549"/>
                      <a:pt x="266" y="549"/>
                    </a:cubicBezTo>
                    <a:cubicBezTo>
                      <a:pt x="281" y="549"/>
                      <a:pt x="298" y="548"/>
                      <a:pt x="315" y="545"/>
                    </a:cubicBezTo>
                    <a:cubicBezTo>
                      <a:pt x="396" y="529"/>
                      <a:pt x="481" y="485"/>
                      <a:pt x="538" y="422"/>
                    </a:cubicBezTo>
                    <a:cubicBezTo>
                      <a:pt x="648" y="306"/>
                      <a:pt x="724" y="158"/>
                      <a:pt x="75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28"/>
              <p:cNvSpPr/>
              <p:nvPr/>
            </p:nvSpPr>
            <p:spPr>
              <a:xfrm>
                <a:off x="1179985" y="3198542"/>
                <a:ext cx="46286" cy="26971"/>
              </a:xfrm>
              <a:custGeom>
                <a:avLst/>
                <a:gdLst/>
                <a:ahLst/>
                <a:cxnLst/>
                <a:rect l="l" t="t" r="r" b="b"/>
                <a:pathLst>
                  <a:path w="520" h="303" extrusionOk="0">
                    <a:moveTo>
                      <a:pt x="178" y="1"/>
                    </a:moveTo>
                    <a:cubicBezTo>
                      <a:pt x="118" y="1"/>
                      <a:pt x="58" y="11"/>
                      <a:pt x="1" y="30"/>
                    </a:cubicBezTo>
                    <a:cubicBezTo>
                      <a:pt x="30" y="165"/>
                      <a:pt x="95" y="302"/>
                      <a:pt x="248" y="302"/>
                    </a:cubicBezTo>
                    <a:cubicBezTo>
                      <a:pt x="263" y="302"/>
                      <a:pt x="280" y="301"/>
                      <a:pt x="297" y="298"/>
                    </a:cubicBezTo>
                    <a:cubicBezTo>
                      <a:pt x="378" y="282"/>
                      <a:pt x="463" y="238"/>
                      <a:pt x="520" y="175"/>
                    </a:cubicBezTo>
                    <a:cubicBezTo>
                      <a:pt x="454" y="56"/>
                      <a:pt x="318" y="1"/>
                      <a:pt x="178" y="1"/>
                    </a:cubicBezTo>
                    <a:close/>
                  </a:path>
                </a:pathLst>
              </a:custGeom>
              <a:solidFill>
                <a:srgbClr val="FF98B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28"/>
              <p:cNvSpPr/>
              <p:nvPr/>
            </p:nvSpPr>
            <p:spPr>
              <a:xfrm>
                <a:off x="692915" y="2673107"/>
                <a:ext cx="564784" cy="561580"/>
              </a:xfrm>
              <a:custGeom>
                <a:avLst/>
                <a:gdLst/>
                <a:ahLst/>
                <a:cxnLst/>
                <a:rect l="l" t="t" r="r" b="b"/>
                <a:pathLst>
                  <a:path w="6345" h="6309" extrusionOk="0">
                    <a:moveTo>
                      <a:pt x="4398" y="1"/>
                    </a:moveTo>
                    <a:cubicBezTo>
                      <a:pt x="4154" y="1"/>
                      <a:pt x="3890" y="35"/>
                      <a:pt x="3608" y="105"/>
                    </a:cubicBezTo>
                    <a:cubicBezTo>
                      <a:pt x="2529" y="373"/>
                      <a:pt x="1784" y="1162"/>
                      <a:pt x="1416" y="1691"/>
                    </a:cubicBezTo>
                    <a:cubicBezTo>
                      <a:pt x="1416" y="1691"/>
                      <a:pt x="1491" y="1247"/>
                      <a:pt x="1362" y="1172"/>
                    </a:cubicBezTo>
                    <a:cubicBezTo>
                      <a:pt x="1353" y="1167"/>
                      <a:pt x="1344" y="1164"/>
                      <a:pt x="1334" y="1164"/>
                    </a:cubicBezTo>
                    <a:cubicBezTo>
                      <a:pt x="1196" y="1164"/>
                      <a:pt x="945" y="1625"/>
                      <a:pt x="878" y="1807"/>
                    </a:cubicBezTo>
                    <a:cubicBezTo>
                      <a:pt x="834" y="1974"/>
                      <a:pt x="818" y="2147"/>
                      <a:pt x="840" y="2316"/>
                    </a:cubicBezTo>
                    <a:cubicBezTo>
                      <a:pt x="699" y="2335"/>
                      <a:pt x="557" y="2379"/>
                      <a:pt x="425" y="2436"/>
                    </a:cubicBezTo>
                    <a:cubicBezTo>
                      <a:pt x="205" y="2537"/>
                      <a:pt x="0" y="2823"/>
                      <a:pt x="7" y="2886"/>
                    </a:cubicBezTo>
                    <a:cubicBezTo>
                      <a:pt x="7" y="2900"/>
                      <a:pt x="25" y="2906"/>
                      <a:pt x="55" y="2906"/>
                    </a:cubicBezTo>
                    <a:cubicBezTo>
                      <a:pt x="156" y="2906"/>
                      <a:pt x="395" y="2836"/>
                      <a:pt x="573" y="2773"/>
                    </a:cubicBezTo>
                    <a:lnTo>
                      <a:pt x="573" y="2773"/>
                    </a:lnTo>
                    <a:cubicBezTo>
                      <a:pt x="573" y="2773"/>
                      <a:pt x="387" y="3490"/>
                      <a:pt x="592" y="3958"/>
                    </a:cubicBezTo>
                    <a:cubicBezTo>
                      <a:pt x="794" y="4421"/>
                      <a:pt x="2414" y="6309"/>
                      <a:pt x="2632" y="6309"/>
                    </a:cubicBezTo>
                    <a:cubicBezTo>
                      <a:pt x="2634" y="6309"/>
                      <a:pt x="2637" y="6308"/>
                      <a:pt x="2639" y="6308"/>
                    </a:cubicBezTo>
                    <a:cubicBezTo>
                      <a:pt x="2884" y="6245"/>
                      <a:pt x="2979" y="5216"/>
                      <a:pt x="2957" y="4946"/>
                    </a:cubicBezTo>
                    <a:cubicBezTo>
                      <a:pt x="2916" y="4273"/>
                      <a:pt x="2164" y="3420"/>
                      <a:pt x="2350" y="3034"/>
                    </a:cubicBezTo>
                    <a:cubicBezTo>
                      <a:pt x="2580" y="2551"/>
                      <a:pt x="3264" y="2533"/>
                      <a:pt x="3973" y="2533"/>
                    </a:cubicBezTo>
                    <a:cubicBezTo>
                      <a:pt x="4031" y="2533"/>
                      <a:pt x="4088" y="2533"/>
                      <a:pt x="4145" y="2533"/>
                    </a:cubicBezTo>
                    <a:cubicBezTo>
                      <a:pt x="4610" y="2533"/>
                      <a:pt x="5071" y="2526"/>
                      <a:pt x="5410" y="2386"/>
                    </a:cubicBezTo>
                    <a:cubicBezTo>
                      <a:pt x="6284" y="2027"/>
                      <a:pt x="6344" y="1348"/>
                      <a:pt x="5891" y="712"/>
                    </a:cubicBezTo>
                    <a:cubicBezTo>
                      <a:pt x="5561" y="247"/>
                      <a:pt x="5051" y="1"/>
                      <a:pt x="439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28"/>
              <p:cNvSpPr/>
              <p:nvPr/>
            </p:nvSpPr>
            <p:spPr>
              <a:xfrm>
                <a:off x="714723" y="2911391"/>
                <a:ext cx="182120" cy="296323"/>
              </a:xfrm>
              <a:custGeom>
                <a:avLst/>
                <a:gdLst/>
                <a:ahLst/>
                <a:cxnLst/>
                <a:rect l="l" t="t" r="r" b="b"/>
                <a:pathLst>
                  <a:path w="2046" h="3329" extrusionOk="0">
                    <a:moveTo>
                      <a:pt x="400" y="0"/>
                    </a:moveTo>
                    <a:cubicBezTo>
                      <a:pt x="398" y="0"/>
                      <a:pt x="396" y="2"/>
                      <a:pt x="394" y="4"/>
                    </a:cubicBezTo>
                    <a:cubicBezTo>
                      <a:pt x="1" y="536"/>
                      <a:pt x="139" y="1240"/>
                      <a:pt x="469" y="1759"/>
                    </a:cubicBezTo>
                    <a:cubicBezTo>
                      <a:pt x="866" y="2373"/>
                      <a:pt x="1447" y="2876"/>
                      <a:pt x="2010" y="3326"/>
                    </a:cubicBezTo>
                    <a:cubicBezTo>
                      <a:pt x="2013" y="3328"/>
                      <a:pt x="2016" y="3329"/>
                      <a:pt x="2019" y="3329"/>
                    </a:cubicBezTo>
                    <a:cubicBezTo>
                      <a:pt x="2033" y="3329"/>
                      <a:pt x="2045" y="3308"/>
                      <a:pt x="2032" y="3301"/>
                    </a:cubicBezTo>
                    <a:cubicBezTo>
                      <a:pt x="1532" y="2838"/>
                      <a:pt x="998" y="2407"/>
                      <a:pt x="604" y="1844"/>
                    </a:cubicBezTo>
                    <a:cubicBezTo>
                      <a:pt x="391" y="1561"/>
                      <a:pt x="255" y="1228"/>
                      <a:pt x="211" y="872"/>
                    </a:cubicBezTo>
                    <a:cubicBezTo>
                      <a:pt x="196" y="574"/>
                      <a:pt x="268" y="275"/>
                      <a:pt x="409" y="14"/>
                    </a:cubicBezTo>
                    <a:cubicBezTo>
                      <a:pt x="412" y="7"/>
                      <a:pt x="406" y="0"/>
                      <a:pt x="40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28"/>
              <p:cNvSpPr/>
              <p:nvPr/>
            </p:nvSpPr>
            <p:spPr>
              <a:xfrm>
                <a:off x="888829" y="2884865"/>
                <a:ext cx="306381" cy="44417"/>
              </a:xfrm>
              <a:custGeom>
                <a:avLst/>
                <a:gdLst/>
                <a:ahLst/>
                <a:cxnLst/>
                <a:rect l="l" t="t" r="r" b="b"/>
                <a:pathLst>
                  <a:path w="3442" h="499" extrusionOk="0">
                    <a:moveTo>
                      <a:pt x="3429" y="0"/>
                    </a:moveTo>
                    <a:cubicBezTo>
                      <a:pt x="3039" y="190"/>
                      <a:pt x="2614" y="254"/>
                      <a:pt x="2185" y="254"/>
                    </a:cubicBezTo>
                    <a:cubicBezTo>
                      <a:pt x="2002" y="254"/>
                      <a:pt x="1818" y="243"/>
                      <a:pt x="1636" y="224"/>
                    </a:cubicBezTo>
                    <a:cubicBezTo>
                      <a:pt x="1429" y="202"/>
                      <a:pt x="1217" y="157"/>
                      <a:pt x="1007" y="157"/>
                    </a:cubicBezTo>
                    <a:cubicBezTo>
                      <a:pt x="946" y="157"/>
                      <a:pt x="885" y="161"/>
                      <a:pt x="825" y="170"/>
                    </a:cubicBezTo>
                    <a:cubicBezTo>
                      <a:pt x="542" y="208"/>
                      <a:pt x="265" y="302"/>
                      <a:pt x="17" y="444"/>
                    </a:cubicBezTo>
                    <a:cubicBezTo>
                      <a:pt x="7" y="447"/>
                      <a:pt x="1" y="463"/>
                      <a:pt x="1" y="485"/>
                    </a:cubicBezTo>
                    <a:cubicBezTo>
                      <a:pt x="8" y="491"/>
                      <a:pt x="17" y="498"/>
                      <a:pt x="26" y="498"/>
                    </a:cubicBezTo>
                    <a:cubicBezTo>
                      <a:pt x="29" y="498"/>
                      <a:pt x="33" y="497"/>
                      <a:pt x="36" y="494"/>
                    </a:cubicBezTo>
                    <a:cubicBezTo>
                      <a:pt x="331" y="378"/>
                      <a:pt x="630" y="246"/>
                      <a:pt x="954" y="230"/>
                    </a:cubicBezTo>
                    <a:cubicBezTo>
                      <a:pt x="980" y="229"/>
                      <a:pt x="1006" y="228"/>
                      <a:pt x="1032" y="228"/>
                    </a:cubicBezTo>
                    <a:cubicBezTo>
                      <a:pt x="1285" y="228"/>
                      <a:pt x="1550" y="292"/>
                      <a:pt x="1806" y="309"/>
                    </a:cubicBezTo>
                    <a:cubicBezTo>
                      <a:pt x="1910" y="316"/>
                      <a:pt x="2015" y="320"/>
                      <a:pt x="2119" y="320"/>
                    </a:cubicBezTo>
                    <a:cubicBezTo>
                      <a:pt x="2575" y="320"/>
                      <a:pt x="3031" y="240"/>
                      <a:pt x="3432" y="10"/>
                    </a:cubicBezTo>
                    <a:cubicBezTo>
                      <a:pt x="3442" y="7"/>
                      <a:pt x="3439" y="0"/>
                      <a:pt x="342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28"/>
              <p:cNvSpPr/>
              <p:nvPr/>
            </p:nvSpPr>
            <p:spPr>
              <a:xfrm>
                <a:off x="857764" y="2657085"/>
                <a:ext cx="380617" cy="154259"/>
              </a:xfrm>
              <a:custGeom>
                <a:avLst/>
                <a:gdLst/>
                <a:ahLst/>
                <a:cxnLst/>
                <a:rect l="l" t="t" r="r" b="b"/>
                <a:pathLst>
                  <a:path w="4276" h="1733" extrusionOk="0">
                    <a:moveTo>
                      <a:pt x="1" y="1401"/>
                    </a:moveTo>
                    <a:lnTo>
                      <a:pt x="1" y="1401"/>
                    </a:lnTo>
                    <a:cubicBezTo>
                      <a:pt x="1" y="1402"/>
                      <a:pt x="1" y="1402"/>
                      <a:pt x="1" y="1402"/>
                    </a:cubicBezTo>
                    <a:cubicBezTo>
                      <a:pt x="2" y="1403"/>
                      <a:pt x="2" y="1403"/>
                      <a:pt x="2" y="1403"/>
                    </a:cubicBezTo>
                    <a:cubicBezTo>
                      <a:pt x="2" y="1403"/>
                      <a:pt x="2" y="1402"/>
                      <a:pt x="1" y="1401"/>
                    </a:cubicBezTo>
                    <a:close/>
                    <a:moveTo>
                      <a:pt x="2575" y="1"/>
                    </a:moveTo>
                    <a:cubicBezTo>
                      <a:pt x="2407" y="1"/>
                      <a:pt x="2238" y="21"/>
                      <a:pt x="2074" y="59"/>
                    </a:cubicBezTo>
                    <a:cubicBezTo>
                      <a:pt x="1677" y="163"/>
                      <a:pt x="1303" y="333"/>
                      <a:pt x="963" y="565"/>
                    </a:cubicBezTo>
                    <a:cubicBezTo>
                      <a:pt x="608" y="798"/>
                      <a:pt x="281" y="1078"/>
                      <a:pt x="1" y="1399"/>
                    </a:cubicBezTo>
                    <a:cubicBezTo>
                      <a:pt x="1" y="1400"/>
                      <a:pt x="1" y="1401"/>
                      <a:pt x="1" y="1401"/>
                    </a:cubicBezTo>
                    <a:lnTo>
                      <a:pt x="1" y="1401"/>
                    </a:lnTo>
                    <a:cubicBezTo>
                      <a:pt x="325" y="1084"/>
                      <a:pt x="680" y="801"/>
                      <a:pt x="1064" y="556"/>
                    </a:cubicBezTo>
                    <a:cubicBezTo>
                      <a:pt x="1519" y="275"/>
                      <a:pt x="2050" y="54"/>
                      <a:pt x="2587" y="54"/>
                    </a:cubicBezTo>
                    <a:cubicBezTo>
                      <a:pt x="2777" y="54"/>
                      <a:pt x="2967" y="81"/>
                      <a:pt x="3155" y="144"/>
                    </a:cubicBezTo>
                    <a:cubicBezTo>
                      <a:pt x="3825" y="373"/>
                      <a:pt x="4219" y="1028"/>
                      <a:pt x="4197" y="1716"/>
                    </a:cubicBezTo>
                    <a:cubicBezTo>
                      <a:pt x="4200" y="1726"/>
                      <a:pt x="4203" y="1732"/>
                      <a:pt x="4212" y="1732"/>
                    </a:cubicBezTo>
                    <a:cubicBezTo>
                      <a:pt x="4222" y="1732"/>
                      <a:pt x="4231" y="1729"/>
                      <a:pt x="4234" y="1716"/>
                    </a:cubicBezTo>
                    <a:cubicBezTo>
                      <a:pt x="4275" y="1342"/>
                      <a:pt x="4171" y="965"/>
                      <a:pt x="3948" y="660"/>
                    </a:cubicBezTo>
                    <a:cubicBezTo>
                      <a:pt x="3625" y="203"/>
                      <a:pt x="3107" y="1"/>
                      <a:pt x="2575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28"/>
              <p:cNvSpPr/>
              <p:nvPr/>
            </p:nvSpPr>
            <p:spPr>
              <a:xfrm>
                <a:off x="1004455" y="3013487"/>
                <a:ext cx="210069" cy="185502"/>
              </a:xfrm>
              <a:custGeom>
                <a:avLst/>
                <a:gdLst/>
                <a:ahLst/>
                <a:cxnLst/>
                <a:rect l="l" t="t" r="r" b="b"/>
                <a:pathLst>
                  <a:path w="2360" h="2084" extrusionOk="0">
                    <a:moveTo>
                      <a:pt x="1170" y="138"/>
                    </a:moveTo>
                    <a:cubicBezTo>
                      <a:pt x="1459" y="138"/>
                      <a:pt x="1739" y="276"/>
                      <a:pt x="1916" y="521"/>
                    </a:cubicBezTo>
                    <a:cubicBezTo>
                      <a:pt x="1957" y="578"/>
                      <a:pt x="1995" y="647"/>
                      <a:pt x="2020" y="716"/>
                    </a:cubicBezTo>
                    <a:cubicBezTo>
                      <a:pt x="2199" y="1185"/>
                      <a:pt x="1964" y="1704"/>
                      <a:pt x="1498" y="1880"/>
                    </a:cubicBezTo>
                    <a:cubicBezTo>
                      <a:pt x="1391" y="1921"/>
                      <a:pt x="1282" y="1940"/>
                      <a:pt x="1175" y="1940"/>
                    </a:cubicBezTo>
                    <a:cubicBezTo>
                      <a:pt x="811" y="1940"/>
                      <a:pt x="470" y="1717"/>
                      <a:pt x="334" y="1358"/>
                    </a:cubicBezTo>
                    <a:cubicBezTo>
                      <a:pt x="158" y="889"/>
                      <a:pt x="394" y="370"/>
                      <a:pt x="856" y="194"/>
                    </a:cubicBezTo>
                    <a:cubicBezTo>
                      <a:pt x="959" y="156"/>
                      <a:pt x="1065" y="138"/>
                      <a:pt x="1170" y="138"/>
                    </a:cubicBezTo>
                    <a:close/>
                    <a:moveTo>
                      <a:pt x="1178" y="0"/>
                    </a:moveTo>
                    <a:cubicBezTo>
                      <a:pt x="1055" y="0"/>
                      <a:pt x="930" y="22"/>
                      <a:pt x="809" y="68"/>
                    </a:cubicBezTo>
                    <a:cubicBezTo>
                      <a:pt x="271" y="273"/>
                      <a:pt x="1" y="870"/>
                      <a:pt x="205" y="1408"/>
                    </a:cubicBezTo>
                    <a:cubicBezTo>
                      <a:pt x="364" y="1827"/>
                      <a:pt x="757" y="2083"/>
                      <a:pt x="1176" y="2083"/>
                    </a:cubicBezTo>
                    <a:cubicBezTo>
                      <a:pt x="1299" y="2083"/>
                      <a:pt x="1424" y="2061"/>
                      <a:pt x="1545" y="2015"/>
                    </a:cubicBezTo>
                    <a:cubicBezTo>
                      <a:pt x="1624" y="1984"/>
                      <a:pt x="1702" y="1943"/>
                      <a:pt x="1775" y="1896"/>
                    </a:cubicBezTo>
                    <a:cubicBezTo>
                      <a:pt x="2247" y="1565"/>
                      <a:pt x="2360" y="917"/>
                      <a:pt x="2030" y="446"/>
                    </a:cubicBezTo>
                    <a:cubicBezTo>
                      <a:pt x="1832" y="161"/>
                      <a:pt x="1511" y="0"/>
                      <a:pt x="117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28"/>
              <p:cNvSpPr/>
              <p:nvPr/>
            </p:nvSpPr>
            <p:spPr>
              <a:xfrm>
                <a:off x="1216390" y="2920292"/>
                <a:ext cx="161914" cy="176957"/>
              </a:xfrm>
              <a:custGeom>
                <a:avLst/>
                <a:gdLst/>
                <a:ahLst/>
                <a:cxnLst/>
                <a:rect l="l" t="t" r="r" b="b"/>
                <a:pathLst>
                  <a:path w="1819" h="1988" extrusionOk="0">
                    <a:moveTo>
                      <a:pt x="674" y="146"/>
                    </a:moveTo>
                    <a:cubicBezTo>
                      <a:pt x="772" y="146"/>
                      <a:pt x="870" y="170"/>
                      <a:pt x="957" y="219"/>
                    </a:cubicBezTo>
                    <a:cubicBezTo>
                      <a:pt x="1158" y="326"/>
                      <a:pt x="1322" y="499"/>
                      <a:pt x="1426" y="703"/>
                    </a:cubicBezTo>
                    <a:cubicBezTo>
                      <a:pt x="1652" y="1144"/>
                      <a:pt x="1586" y="1634"/>
                      <a:pt x="1275" y="1795"/>
                    </a:cubicBezTo>
                    <a:cubicBezTo>
                      <a:pt x="1207" y="1830"/>
                      <a:pt x="1133" y="1847"/>
                      <a:pt x="1057" y="1847"/>
                    </a:cubicBezTo>
                    <a:cubicBezTo>
                      <a:pt x="784" y="1847"/>
                      <a:pt x="476" y="1632"/>
                      <a:pt x="297" y="1288"/>
                    </a:cubicBezTo>
                    <a:cubicBezTo>
                      <a:pt x="186" y="1087"/>
                      <a:pt x="142" y="857"/>
                      <a:pt x="171" y="628"/>
                    </a:cubicBezTo>
                    <a:cubicBezTo>
                      <a:pt x="186" y="448"/>
                      <a:pt x="290" y="285"/>
                      <a:pt x="447" y="197"/>
                    </a:cubicBezTo>
                    <a:cubicBezTo>
                      <a:pt x="463" y="187"/>
                      <a:pt x="479" y="184"/>
                      <a:pt x="495" y="175"/>
                    </a:cubicBezTo>
                    <a:cubicBezTo>
                      <a:pt x="553" y="155"/>
                      <a:pt x="614" y="146"/>
                      <a:pt x="674" y="146"/>
                    </a:cubicBezTo>
                    <a:close/>
                    <a:moveTo>
                      <a:pt x="684" y="1"/>
                    </a:moveTo>
                    <a:cubicBezTo>
                      <a:pt x="346" y="1"/>
                      <a:pt x="60" y="264"/>
                      <a:pt x="39" y="609"/>
                    </a:cubicBezTo>
                    <a:cubicBezTo>
                      <a:pt x="1" y="864"/>
                      <a:pt x="54" y="1128"/>
                      <a:pt x="174" y="1354"/>
                    </a:cubicBezTo>
                    <a:cubicBezTo>
                      <a:pt x="379" y="1746"/>
                      <a:pt x="736" y="1988"/>
                      <a:pt x="1063" y="1988"/>
                    </a:cubicBezTo>
                    <a:cubicBezTo>
                      <a:pt x="1138" y="1988"/>
                      <a:pt x="1211" y="1975"/>
                      <a:pt x="1281" y="1949"/>
                    </a:cubicBezTo>
                    <a:cubicBezTo>
                      <a:pt x="1300" y="1942"/>
                      <a:pt x="1322" y="1933"/>
                      <a:pt x="1347" y="1927"/>
                    </a:cubicBezTo>
                    <a:cubicBezTo>
                      <a:pt x="1724" y="1729"/>
                      <a:pt x="1819" y="1153"/>
                      <a:pt x="1555" y="643"/>
                    </a:cubicBezTo>
                    <a:cubicBezTo>
                      <a:pt x="1438" y="411"/>
                      <a:pt x="1253" y="219"/>
                      <a:pt x="1023" y="96"/>
                    </a:cubicBezTo>
                    <a:cubicBezTo>
                      <a:pt x="935" y="43"/>
                      <a:pt x="831" y="11"/>
                      <a:pt x="724" y="2"/>
                    </a:cubicBezTo>
                    <a:cubicBezTo>
                      <a:pt x="711" y="1"/>
                      <a:pt x="697" y="1"/>
                      <a:pt x="68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28"/>
              <p:cNvSpPr/>
              <p:nvPr/>
            </p:nvSpPr>
            <p:spPr>
              <a:xfrm>
                <a:off x="1175534" y="3021676"/>
                <a:ext cx="59994" cy="42192"/>
              </a:xfrm>
              <a:custGeom>
                <a:avLst/>
                <a:gdLst/>
                <a:ahLst/>
                <a:cxnLst/>
                <a:rect l="l" t="t" r="r" b="b"/>
                <a:pathLst>
                  <a:path w="674" h="474" extrusionOk="0">
                    <a:moveTo>
                      <a:pt x="523" y="1"/>
                    </a:moveTo>
                    <a:cubicBezTo>
                      <a:pt x="253" y="1"/>
                      <a:pt x="68" y="259"/>
                      <a:pt x="1" y="420"/>
                    </a:cubicBezTo>
                    <a:lnTo>
                      <a:pt x="130" y="473"/>
                    </a:lnTo>
                    <a:cubicBezTo>
                      <a:pt x="138" y="459"/>
                      <a:pt x="276" y="140"/>
                      <a:pt x="522" y="140"/>
                    </a:cubicBezTo>
                    <a:cubicBezTo>
                      <a:pt x="555" y="140"/>
                      <a:pt x="590" y="146"/>
                      <a:pt x="627" y="159"/>
                    </a:cubicBezTo>
                    <a:lnTo>
                      <a:pt x="674" y="27"/>
                    </a:lnTo>
                    <a:cubicBezTo>
                      <a:pt x="621" y="9"/>
                      <a:pt x="571" y="1"/>
                      <a:pt x="52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28"/>
              <p:cNvSpPr/>
              <p:nvPr/>
            </p:nvSpPr>
            <p:spPr>
              <a:xfrm>
                <a:off x="841297" y="3122793"/>
                <a:ext cx="188172" cy="147405"/>
              </a:xfrm>
              <a:custGeom>
                <a:avLst/>
                <a:gdLst/>
                <a:ahLst/>
                <a:cxnLst/>
                <a:rect l="l" t="t" r="r" b="b"/>
                <a:pathLst>
                  <a:path w="2114" h="1656" extrusionOk="0">
                    <a:moveTo>
                      <a:pt x="2060" y="1"/>
                    </a:moveTo>
                    <a:cubicBezTo>
                      <a:pt x="1988" y="29"/>
                      <a:pt x="497" y="658"/>
                      <a:pt x="261" y="831"/>
                    </a:cubicBezTo>
                    <a:cubicBezTo>
                      <a:pt x="10" y="1020"/>
                      <a:pt x="0" y="1592"/>
                      <a:pt x="0" y="1655"/>
                    </a:cubicBezTo>
                    <a:lnTo>
                      <a:pt x="139" y="1655"/>
                    </a:lnTo>
                    <a:cubicBezTo>
                      <a:pt x="139" y="1498"/>
                      <a:pt x="173" y="1061"/>
                      <a:pt x="343" y="944"/>
                    </a:cubicBezTo>
                    <a:cubicBezTo>
                      <a:pt x="526" y="806"/>
                      <a:pt x="1614" y="331"/>
                      <a:pt x="2114" y="130"/>
                    </a:cubicBezTo>
                    <a:lnTo>
                      <a:pt x="206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2" name="Google Shape;1162;p28"/>
              <p:cNvSpPr/>
              <p:nvPr/>
            </p:nvSpPr>
            <p:spPr>
              <a:xfrm>
                <a:off x="788068" y="3144779"/>
                <a:ext cx="209268" cy="166186"/>
              </a:xfrm>
              <a:custGeom>
                <a:avLst/>
                <a:gdLst/>
                <a:ahLst/>
                <a:cxnLst/>
                <a:rect l="l" t="t" r="r" b="b"/>
                <a:pathLst>
                  <a:path w="2351" h="1867" extrusionOk="0">
                    <a:moveTo>
                      <a:pt x="704" y="1"/>
                    </a:moveTo>
                    <a:cubicBezTo>
                      <a:pt x="574" y="1"/>
                      <a:pt x="459" y="37"/>
                      <a:pt x="378" y="128"/>
                    </a:cubicBezTo>
                    <a:cubicBezTo>
                      <a:pt x="1" y="553"/>
                      <a:pt x="1083" y="1858"/>
                      <a:pt x="1709" y="1864"/>
                    </a:cubicBezTo>
                    <a:cubicBezTo>
                      <a:pt x="1726" y="1866"/>
                      <a:pt x="1743" y="1866"/>
                      <a:pt x="1760" y="1866"/>
                    </a:cubicBezTo>
                    <a:cubicBezTo>
                      <a:pt x="2065" y="1866"/>
                      <a:pt x="2323" y="1630"/>
                      <a:pt x="2350" y="1317"/>
                    </a:cubicBezTo>
                    <a:lnTo>
                      <a:pt x="2350" y="1295"/>
                    </a:lnTo>
                    <a:lnTo>
                      <a:pt x="1850" y="477"/>
                    </a:lnTo>
                    <a:cubicBezTo>
                      <a:pt x="1850" y="477"/>
                      <a:pt x="1176" y="1"/>
                      <a:pt x="704" y="1"/>
                    </a:cubicBezTo>
                    <a:close/>
                  </a:path>
                </a:pathLst>
              </a:custGeom>
              <a:solidFill>
                <a:srgbClr val="EB948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3" name="Google Shape;1163;p28"/>
              <p:cNvSpPr/>
              <p:nvPr/>
            </p:nvSpPr>
            <p:spPr>
              <a:xfrm>
                <a:off x="849664" y="3186614"/>
                <a:ext cx="122926" cy="89369"/>
              </a:xfrm>
              <a:custGeom>
                <a:avLst/>
                <a:gdLst/>
                <a:ahLst/>
                <a:cxnLst/>
                <a:rect l="l" t="t" r="r" b="b"/>
                <a:pathLst>
                  <a:path w="1381" h="1004" extrusionOk="0">
                    <a:moveTo>
                      <a:pt x="190" y="0"/>
                    </a:moveTo>
                    <a:cubicBezTo>
                      <a:pt x="129" y="0"/>
                      <a:pt x="69" y="8"/>
                      <a:pt x="10" y="23"/>
                    </a:cubicBezTo>
                    <a:cubicBezTo>
                      <a:pt x="1" y="23"/>
                      <a:pt x="1" y="39"/>
                      <a:pt x="10" y="39"/>
                    </a:cubicBezTo>
                    <a:cubicBezTo>
                      <a:pt x="450" y="58"/>
                      <a:pt x="784" y="341"/>
                      <a:pt x="1057" y="668"/>
                    </a:cubicBezTo>
                    <a:cubicBezTo>
                      <a:pt x="984" y="621"/>
                      <a:pt x="907" y="592"/>
                      <a:pt x="830" y="592"/>
                    </a:cubicBezTo>
                    <a:cubicBezTo>
                      <a:pt x="736" y="592"/>
                      <a:pt x="645" y="637"/>
                      <a:pt x="567" y="749"/>
                    </a:cubicBezTo>
                    <a:cubicBezTo>
                      <a:pt x="562" y="759"/>
                      <a:pt x="570" y="769"/>
                      <a:pt x="578" y="769"/>
                    </a:cubicBezTo>
                    <a:cubicBezTo>
                      <a:pt x="581" y="769"/>
                      <a:pt x="583" y="768"/>
                      <a:pt x="586" y="765"/>
                    </a:cubicBezTo>
                    <a:cubicBezTo>
                      <a:pt x="650" y="716"/>
                      <a:pt x="728" y="691"/>
                      <a:pt x="806" y="691"/>
                    </a:cubicBezTo>
                    <a:cubicBezTo>
                      <a:pt x="876" y="691"/>
                      <a:pt x="946" y="711"/>
                      <a:pt x="1007" y="749"/>
                    </a:cubicBezTo>
                    <a:cubicBezTo>
                      <a:pt x="1114" y="822"/>
                      <a:pt x="1212" y="900"/>
                      <a:pt x="1300" y="995"/>
                    </a:cubicBezTo>
                    <a:cubicBezTo>
                      <a:pt x="1307" y="1001"/>
                      <a:pt x="1315" y="1003"/>
                      <a:pt x="1324" y="1003"/>
                    </a:cubicBezTo>
                    <a:cubicBezTo>
                      <a:pt x="1352" y="1003"/>
                      <a:pt x="1381" y="974"/>
                      <a:pt x="1356" y="948"/>
                    </a:cubicBezTo>
                    <a:lnTo>
                      <a:pt x="1350" y="938"/>
                    </a:lnTo>
                    <a:cubicBezTo>
                      <a:pt x="1204" y="489"/>
                      <a:pt x="688" y="0"/>
                      <a:pt x="19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4" name="Google Shape;1164;p28"/>
              <p:cNvSpPr/>
              <p:nvPr/>
            </p:nvSpPr>
            <p:spPr>
              <a:xfrm>
                <a:off x="938141" y="3480352"/>
                <a:ext cx="433758" cy="382220"/>
              </a:xfrm>
              <a:custGeom>
                <a:avLst/>
                <a:gdLst/>
                <a:ahLst/>
                <a:cxnLst/>
                <a:rect l="l" t="t" r="r" b="b"/>
                <a:pathLst>
                  <a:path w="4873" h="4294" extrusionOk="0">
                    <a:moveTo>
                      <a:pt x="567" y="0"/>
                    </a:moveTo>
                    <a:lnTo>
                      <a:pt x="0" y="906"/>
                    </a:lnTo>
                    <a:cubicBezTo>
                      <a:pt x="0" y="906"/>
                      <a:pt x="2855" y="4294"/>
                      <a:pt x="2981" y="4294"/>
                    </a:cubicBezTo>
                    <a:cubicBezTo>
                      <a:pt x="2984" y="4294"/>
                      <a:pt x="2986" y="4292"/>
                      <a:pt x="2985" y="4287"/>
                    </a:cubicBezTo>
                    <a:lnTo>
                      <a:pt x="3523" y="2469"/>
                    </a:lnTo>
                    <a:lnTo>
                      <a:pt x="4872" y="3460"/>
                    </a:lnTo>
                    <a:lnTo>
                      <a:pt x="4316" y="529"/>
                    </a:lnTo>
                    <a:lnTo>
                      <a:pt x="3869" y="13"/>
                    </a:lnTo>
                    <a:lnTo>
                      <a:pt x="3391" y="2098"/>
                    </a:lnTo>
                    <a:lnTo>
                      <a:pt x="56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28"/>
              <p:cNvSpPr/>
              <p:nvPr/>
            </p:nvSpPr>
            <p:spPr>
              <a:xfrm>
                <a:off x="933424" y="3528151"/>
                <a:ext cx="447466" cy="348128"/>
              </a:xfrm>
              <a:custGeom>
                <a:avLst/>
                <a:gdLst/>
                <a:ahLst/>
                <a:cxnLst/>
                <a:rect l="l" t="t" r="r" b="b"/>
                <a:pathLst>
                  <a:path w="5027" h="3911" extrusionOk="0">
                    <a:moveTo>
                      <a:pt x="4388" y="1"/>
                    </a:moveTo>
                    <a:cubicBezTo>
                      <a:pt x="4381" y="1"/>
                      <a:pt x="4373" y="5"/>
                      <a:pt x="4372" y="14"/>
                    </a:cubicBezTo>
                    <a:cubicBezTo>
                      <a:pt x="4350" y="498"/>
                      <a:pt x="4771" y="2338"/>
                      <a:pt x="4844" y="2781"/>
                    </a:cubicBezTo>
                    <a:cubicBezTo>
                      <a:pt x="4841" y="2781"/>
                      <a:pt x="4841" y="2778"/>
                      <a:pt x="4837" y="2778"/>
                    </a:cubicBezTo>
                    <a:cubicBezTo>
                      <a:pt x="4781" y="2735"/>
                      <a:pt x="3617" y="1932"/>
                      <a:pt x="3586" y="1932"/>
                    </a:cubicBezTo>
                    <a:cubicBezTo>
                      <a:pt x="3586" y="1932"/>
                      <a:pt x="3586" y="1932"/>
                      <a:pt x="3586" y="1932"/>
                    </a:cubicBezTo>
                    <a:cubicBezTo>
                      <a:pt x="3450" y="2228"/>
                      <a:pt x="3054" y="3549"/>
                      <a:pt x="3032" y="3668"/>
                    </a:cubicBezTo>
                    <a:cubicBezTo>
                      <a:pt x="2557" y="3102"/>
                      <a:pt x="569" y="888"/>
                      <a:pt x="31" y="369"/>
                    </a:cubicBezTo>
                    <a:cubicBezTo>
                      <a:pt x="29" y="365"/>
                      <a:pt x="26" y="364"/>
                      <a:pt x="22" y="364"/>
                    </a:cubicBezTo>
                    <a:cubicBezTo>
                      <a:pt x="17" y="364"/>
                      <a:pt x="11" y="367"/>
                      <a:pt x="9" y="369"/>
                    </a:cubicBezTo>
                    <a:cubicBezTo>
                      <a:pt x="3" y="372"/>
                      <a:pt x="0" y="385"/>
                      <a:pt x="9" y="388"/>
                    </a:cubicBezTo>
                    <a:cubicBezTo>
                      <a:pt x="443" y="994"/>
                      <a:pt x="3008" y="3911"/>
                      <a:pt x="3048" y="3911"/>
                    </a:cubicBezTo>
                    <a:cubicBezTo>
                      <a:pt x="3048" y="3911"/>
                      <a:pt x="3048" y="3911"/>
                      <a:pt x="3048" y="3911"/>
                    </a:cubicBezTo>
                    <a:cubicBezTo>
                      <a:pt x="3048" y="3911"/>
                      <a:pt x="3048" y="3911"/>
                      <a:pt x="3048" y="3911"/>
                    </a:cubicBezTo>
                    <a:cubicBezTo>
                      <a:pt x="3074" y="3911"/>
                      <a:pt x="3567" y="2293"/>
                      <a:pt x="3611" y="1992"/>
                    </a:cubicBezTo>
                    <a:cubicBezTo>
                      <a:pt x="3810" y="2171"/>
                      <a:pt x="4941" y="3053"/>
                      <a:pt x="5022" y="3053"/>
                    </a:cubicBezTo>
                    <a:cubicBezTo>
                      <a:pt x="5025" y="3053"/>
                      <a:pt x="5026" y="3052"/>
                      <a:pt x="5026" y="3049"/>
                    </a:cubicBezTo>
                    <a:cubicBezTo>
                      <a:pt x="4957" y="2520"/>
                      <a:pt x="4863" y="1986"/>
                      <a:pt x="4743" y="1457"/>
                    </a:cubicBezTo>
                    <a:cubicBezTo>
                      <a:pt x="4636" y="979"/>
                      <a:pt x="4539" y="492"/>
                      <a:pt x="4406" y="14"/>
                    </a:cubicBezTo>
                    <a:cubicBezTo>
                      <a:pt x="4405" y="5"/>
                      <a:pt x="4396" y="1"/>
                      <a:pt x="438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FE69C141-D6A0-09BF-2251-B91A54F67EBE}"/>
              </a:ext>
            </a:extLst>
          </p:cNvPr>
          <p:cNvSpPr txBox="1"/>
          <p:nvPr/>
        </p:nvSpPr>
        <p:spPr>
          <a:xfrm>
            <a:off x="6125135" y="3523129"/>
            <a:ext cx="22389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Eng  </a:t>
            </a:r>
            <a:r>
              <a:rPr lang="en-US" dirty="0" err="1"/>
              <a:t>Shimaa</a:t>
            </a:r>
            <a:r>
              <a:rPr lang="en-US" dirty="0"/>
              <a:t> </a:t>
            </a:r>
            <a:r>
              <a:rPr lang="en-US" dirty="0" err="1"/>
              <a:t>mohamed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6CF6F-39CE-B253-C941-7B94AD157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4050" y="1494316"/>
            <a:ext cx="4350600" cy="1457400"/>
          </a:xfrm>
        </p:spPr>
        <p:txBody>
          <a:bodyPr/>
          <a:lstStyle/>
          <a:p>
            <a:r>
              <a:rPr lang="en-US" sz="1600" dirty="0"/>
              <a:t>CSS </a:t>
            </a:r>
            <a:r>
              <a:rPr lang="en-US" sz="1600" b="1" dirty="0">
                <a:latin typeface="Corbel Light" panose="020B0303020204020204" pitchFamily="34" charset="0"/>
              </a:rPr>
              <a:t>stands for Cascading Style Sheets</a:t>
            </a:r>
            <a:br>
              <a:rPr lang="en-US" sz="1600" b="1" dirty="0">
                <a:latin typeface="Corbel Light" panose="020B0303020204020204" pitchFamily="34" charset="0"/>
              </a:rPr>
            </a:br>
            <a:br>
              <a:rPr lang="en-US" sz="1600" dirty="0"/>
            </a:br>
            <a:r>
              <a:rPr lang="en-US" sz="1600" dirty="0"/>
              <a:t>CSS </a:t>
            </a:r>
            <a:r>
              <a:rPr lang="en-US" sz="1600" b="1" dirty="0">
                <a:latin typeface="Corbel Light" panose="020B0303020204020204" pitchFamily="34" charset="0"/>
              </a:rPr>
              <a:t>describes how HTML elements are to be displayed on screen, paper, or in other media</a:t>
            </a:r>
            <a:br>
              <a:rPr lang="en-US" sz="1600" dirty="0"/>
            </a:br>
            <a:endParaRPr lang="en-US" sz="1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7DD107-8DA4-D619-3DF6-3DE61D0219E2}"/>
              </a:ext>
            </a:extLst>
          </p:cNvPr>
          <p:cNvSpPr txBox="1"/>
          <p:nvPr/>
        </p:nvSpPr>
        <p:spPr>
          <a:xfrm>
            <a:off x="724050" y="724875"/>
            <a:ext cx="167032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4400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CSS</a:t>
            </a:r>
          </a:p>
        </p:txBody>
      </p:sp>
    </p:spTree>
    <p:extLst>
      <p:ext uri="{BB962C8B-B14F-4D97-AF65-F5344CB8AC3E}">
        <p14:creationId xmlns:p14="http://schemas.microsoft.com/office/powerpoint/2010/main" val="14334166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A08D90-C960-476A-1251-47F26A90C2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3918" y="869917"/>
            <a:ext cx="4350600" cy="2895403"/>
          </a:xfrm>
        </p:spPr>
        <p:txBody>
          <a:bodyPr/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CSS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CSS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be added to HTML documents in 3 ways: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Inline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- by using the style attribute inside HTML elements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Internal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- by using a &lt;style&gt; element in the &lt;head&gt; section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External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- by using a &lt;link&gt; element to link to an external CSS file</a:t>
            </a:r>
            <a:br>
              <a:rPr lang="en-US" dirty="0"/>
            </a:b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4F29366-4EAC-DBEF-5082-22C74EC4FB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4516" y="4106285"/>
            <a:ext cx="4048697" cy="53347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DA40126-B33C-A932-39F6-5D00C384E3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1385" y="2711970"/>
            <a:ext cx="4048697" cy="117411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F4B10EB-8364-9C6C-FC5F-6109A3D2EA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1385" y="1347293"/>
            <a:ext cx="3991829" cy="1023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29645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C4CDC8D6-FEE4-BFF1-5DE1-C16C36A47E3C}"/>
              </a:ext>
            </a:extLst>
          </p:cNvPr>
          <p:cNvSpPr txBox="1"/>
          <p:nvPr/>
        </p:nvSpPr>
        <p:spPr>
          <a:xfrm>
            <a:off x="497633" y="1331834"/>
            <a:ext cx="5617029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An inline CSS is used to apply a unique style to a single HTML element.</a:t>
            </a:r>
          </a:p>
          <a:p>
            <a:pPr algn="l"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An inline CSS uses the </a:t>
            </a:r>
            <a:r>
              <a:rPr lang="en-US" b="0" i="0" dirty="0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style</a:t>
            </a: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 attribute of an HTML element.</a:t>
            </a:r>
          </a:p>
          <a:p>
            <a:pPr algn="l"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The following example sets the text color of the </a:t>
            </a:r>
            <a:r>
              <a:rPr lang="en-US" b="0" i="0" dirty="0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&lt;h1&gt;</a:t>
            </a: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 element to blue, and the text color of the </a:t>
            </a:r>
            <a:r>
              <a:rPr lang="en-US" b="0" i="0" dirty="0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&lt;p&gt;</a:t>
            </a: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 element to red: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7A6659F-F84A-1EF3-2069-623C092B45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012" y="2642569"/>
            <a:ext cx="4286848" cy="188621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6671466-AA28-A8AE-5D87-BB20EBFE06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5563" y="2975991"/>
            <a:ext cx="3048425" cy="121937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6D1192C-8B1E-EDD6-5EF5-F0079B1D6EA6}"/>
              </a:ext>
            </a:extLst>
          </p:cNvPr>
          <p:cNvSpPr txBox="1"/>
          <p:nvPr/>
        </p:nvSpPr>
        <p:spPr>
          <a:xfrm>
            <a:off x="497633" y="667430"/>
            <a:ext cx="230777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inline CSS 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3149986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1CB555F-E16B-A9BC-F2D1-D7E9DFE76EBE}"/>
              </a:ext>
            </a:extLst>
          </p:cNvPr>
          <p:cNvSpPr txBox="1"/>
          <p:nvPr/>
        </p:nvSpPr>
        <p:spPr>
          <a:xfrm>
            <a:off x="594049" y="1758243"/>
            <a:ext cx="4572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An internal CSS is used to define a style for a single HTML page.</a:t>
            </a:r>
          </a:p>
          <a:p>
            <a:pPr algn="l"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An internal CSS is defined in the </a:t>
            </a:r>
            <a:r>
              <a:rPr lang="en-US" b="0" i="0" dirty="0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&lt;head&gt;</a:t>
            </a: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 section of an HTML page, within a </a:t>
            </a:r>
            <a:r>
              <a:rPr lang="en-US" b="0" i="0" dirty="0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&lt;style&gt;</a:t>
            </a: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 element.</a:t>
            </a:r>
          </a:p>
          <a:p>
            <a:pPr algn="l"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The following example sets the text color of ALL the </a:t>
            </a:r>
            <a:r>
              <a:rPr lang="en-US" b="0" i="0" dirty="0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&lt;h1&gt;</a:t>
            </a: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 elements (on that page) to blue, and the text color of ALL the </a:t>
            </a:r>
            <a:r>
              <a:rPr lang="en-US" b="0" i="0" dirty="0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&lt;p&gt;</a:t>
            </a: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 elements to red. In addition, the page will be displayed with a "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powderblue</a:t>
            </a: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" background color: 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052DC38-A9F5-03BC-ECE8-1A9418A81103}"/>
              </a:ext>
            </a:extLst>
          </p:cNvPr>
          <p:cNvSpPr txBox="1"/>
          <p:nvPr/>
        </p:nvSpPr>
        <p:spPr>
          <a:xfrm>
            <a:off x="594049" y="884409"/>
            <a:ext cx="22300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2800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Internal CSS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40BC3D6-75B7-B054-A7DF-F2F5D8C2E9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7307" y="857395"/>
            <a:ext cx="2514951" cy="232381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44A4B61-946B-59CC-B86F-CC044AB0D6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7307" y="3228682"/>
            <a:ext cx="3181794" cy="1057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8594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E693E96-0A80-3BC3-1DFF-6995F95C8FD2}"/>
              </a:ext>
            </a:extLst>
          </p:cNvPr>
          <p:cNvSpPr txBox="1"/>
          <p:nvPr/>
        </p:nvSpPr>
        <p:spPr>
          <a:xfrm>
            <a:off x="225552" y="1828278"/>
            <a:ext cx="4572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An external style sheet is used to define the style for many HTML pages.</a:t>
            </a:r>
          </a:p>
          <a:p>
            <a:pPr algn="l"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To use an external style sheet, add a link to it in the </a:t>
            </a:r>
            <a:r>
              <a:rPr lang="en-US" b="0" i="0" dirty="0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&lt;head&gt;</a:t>
            </a: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 section of each HTML page: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B12F5F4-6D6B-192D-3708-C5C5978044C2}"/>
              </a:ext>
            </a:extLst>
          </p:cNvPr>
          <p:cNvSpPr txBox="1"/>
          <p:nvPr/>
        </p:nvSpPr>
        <p:spPr>
          <a:xfrm>
            <a:off x="341376" y="891048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2800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External CSS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A8A4CE5-077B-7C76-4FE6-A7E6551041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872238"/>
            <a:ext cx="3867690" cy="191014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17BDB8F-27DA-E565-5733-3F9FF97A3E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2901746"/>
            <a:ext cx="3143689" cy="163977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63498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8B7EFE0A-EED8-839B-E358-901E98B5BF46}"/>
              </a:ext>
            </a:extLst>
          </p:cNvPr>
          <p:cNvSpPr txBox="1"/>
          <p:nvPr/>
        </p:nvSpPr>
        <p:spPr>
          <a:xfrm>
            <a:off x="304800" y="1463036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In CSS, colors are specified by using a predefined color name, or with a RGB, HEX.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473B995-FB68-5E79-E903-626CBBF4E7B7}"/>
              </a:ext>
            </a:extLst>
          </p:cNvPr>
          <p:cNvSpPr txBox="1"/>
          <p:nvPr/>
        </p:nvSpPr>
        <p:spPr>
          <a:xfrm>
            <a:off x="304800" y="736128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2800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CSS Colors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97F5B61-B9C2-681D-B2AA-471131BF61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297" y="2257203"/>
            <a:ext cx="5391902" cy="1714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87877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B0FB687-D542-AB40-99CC-AB7374E8F33B}"/>
              </a:ext>
            </a:extLst>
          </p:cNvPr>
          <p:cNvSpPr txBox="1"/>
          <p:nvPr/>
        </p:nvSpPr>
        <p:spPr>
          <a:xfrm>
            <a:off x="335280" y="1171081"/>
            <a:ext cx="6669024" cy="21339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RGB Value</a:t>
            </a:r>
          </a:p>
          <a:p>
            <a:pPr algn="l"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An RGB color value represents RED, GREEN, and BLUE light sources.</a:t>
            </a:r>
          </a:p>
          <a:p>
            <a:pPr algn="l"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In CSS, a color can be specified as an RGB value, using this formula:</a:t>
            </a:r>
          </a:p>
          <a:p>
            <a:pPr algn="l">
              <a:buNone/>
            </a:pPr>
            <a:r>
              <a:rPr lang="en-US" b="1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Rgb</a:t>
            </a:r>
            <a:r>
              <a:rPr lang="en-US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(</a:t>
            </a:r>
            <a:r>
              <a:rPr lang="en-US" b="1" i="1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red,</a:t>
            </a:r>
            <a:r>
              <a:rPr lang="en-US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 </a:t>
            </a:r>
            <a:r>
              <a:rPr lang="en-US" b="1" i="1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green</a:t>
            </a:r>
            <a:r>
              <a:rPr lang="en-US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, </a:t>
            </a:r>
            <a:r>
              <a:rPr lang="en-US" b="1" i="1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blue</a:t>
            </a:r>
            <a:r>
              <a:rPr lang="en-US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)</a:t>
            </a:r>
          </a:p>
          <a:p>
            <a:pPr algn="l"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Each parameter (red, green, and blue) defines the intensity of the color between 0 and 255.</a:t>
            </a:r>
          </a:p>
          <a:p>
            <a:pPr algn="l"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For example, 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rgb</a:t>
            </a: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(255, 0, 0) is displayed as red.</a:t>
            </a:r>
          </a:p>
          <a:p>
            <a:pPr algn="l"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To display black, set all color parameters to 0, like this: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rgb</a:t>
            </a: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(0, 0, 0).</a:t>
            </a:r>
          </a:p>
          <a:p>
            <a:pPr algn="l"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To display white, set all color parameters to 255, like this: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rgb</a:t>
            </a: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(255, 255, 255).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79E7939-1368-C953-4514-3940437E07C2}"/>
              </a:ext>
            </a:extLst>
          </p:cNvPr>
          <p:cNvSpPr txBox="1"/>
          <p:nvPr/>
        </p:nvSpPr>
        <p:spPr>
          <a:xfrm>
            <a:off x="249936" y="693456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2800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CSS RGB Colors</a:t>
            </a:r>
            <a:endParaRPr lang="en-US" sz="2800" b="1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A845080-361A-D5F5-F068-11D0CE7169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5600" y="3613667"/>
            <a:ext cx="5535168" cy="717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82500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2CC0A3E-18CE-2064-3B55-F841885555EB}"/>
              </a:ext>
            </a:extLst>
          </p:cNvPr>
          <p:cNvSpPr txBox="1"/>
          <p:nvPr/>
        </p:nvSpPr>
        <p:spPr>
          <a:xfrm>
            <a:off x="445008" y="1304463"/>
            <a:ext cx="4572000" cy="14875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RGBA Value</a:t>
            </a:r>
          </a:p>
          <a:p>
            <a:pPr algn="l"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RGBA color values are an extension of RGB color values with an alpha channel - which specifies the opacity for a color.</a:t>
            </a:r>
          </a:p>
          <a:p>
            <a:pPr algn="l"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An RGBA color value is specified with:</a:t>
            </a:r>
          </a:p>
          <a:p>
            <a:pPr algn="l">
              <a:buNone/>
            </a:pPr>
            <a:r>
              <a:rPr lang="en-US" b="1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rgba</a:t>
            </a:r>
            <a:r>
              <a:rPr lang="en-US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1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red,</a:t>
            </a:r>
            <a:r>
              <a:rPr lang="en-US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1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green</a:t>
            </a:r>
            <a:r>
              <a:rPr lang="en-US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b="1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blue, alpha</a:t>
            </a:r>
            <a:r>
              <a:rPr lang="en-US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0402B9-25DC-9E6D-344C-0DAC17D23EE1}"/>
              </a:ext>
            </a:extLst>
          </p:cNvPr>
          <p:cNvSpPr txBox="1"/>
          <p:nvPr/>
        </p:nvSpPr>
        <p:spPr>
          <a:xfrm>
            <a:off x="249936" y="693456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2800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CSS RGBA Colors</a:t>
            </a:r>
            <a:endParaRPr lang="en-US" sz="2800" b="1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120CD80-6FF7-C6EA-0347-2B3EE64DA0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4448" y="2879837"/>
            <a:ext cx="4478824" cy="1666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3704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C84DB031-15DD-FBFB-8A6D-D9018D6DF64A}"/>
              </a:ext>
            </a:extLst>
          </p:cNvPr>
          <p:cNvSpPr txBox="1"/>
          <p:nvPr/>
        </p:nvSpPr>
        <p:spPr>
          <a:xfrm>
            <a:off x="432816" y="1345859"/>
            <a:ext cx="6595872" cy="23493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HEX Value</a:t>
            </a:r>
          </a:p>
          <a:p>
            <a:pPr algn="l"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A hexadecimal color is specified with: #RRGGBB.</a:t>
            </a:r>
          </a:p>
          <a:p>
            <a:pPr algn="l"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In CSS, a color can be specified using a hexadecimal value in the form:</a:t>
            </a:r>
          </a:p>
          <a:p>
            <a:pPr algn="l">
              <a:buNone/>
            </a:pPr>
            <a:r>
              <a:rPr lang="en-US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#</a:t>
            </a:r>
            <a:r>
              <a:rPr lang="en-US" b="1" i="1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rrggbb</a:t>
            </a:r>
            <a:endParaRPr lang="en-US" b="1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l"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Where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rr</a:t>
            </a: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(red), gg (green) and bb (blue) are hexadecimal values between 00 and ff (same as decimal 0-255).</a:t>
            </a:r>
          </a:p>
          <a:p>
            <a:pPr algn="l"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For example, #ff0000 is displayed as red, because red is set to its highest value (ff) and the others are set to the lowest value (00).</a:t>
            </a:r>
          </a:p>
          <a:p>
            <a:pPr algn="l"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To display black, set all values to 00, like this: #000000.</a:t>
            </a:r>
          </a:p>
          <a:p>
            <a:pPr algn="l"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To display white, set all values to ff, like this: #ffffff.  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8E1302D-A695-765A-BB00-367801A2B1B6}"/>
              </a:ext>
            </a:extLst>
          </p:cNvPr>
          <p:cNvSpPr txBox="1"/>
          <p:nvPr/>
        </p:nvSpPr>
        <p:spPr>
          <a:xfrm>
            <a:off x="384048" y="766608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2800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CSS HEX Colors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EFEE3D8-9E74-84AF-D050-3827D2EFCF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2976" y="3800019"/>
            <a:ext cx="5120640" cy="747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40734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CBD63A19-7F6A-D5E5-2598-63A328756F3A}"/>
              </a:ext>
            </a:extLst>
          </p:cNvPr>
          <p:cNvSpPr txBox="1"/>
          <p:nvPr/>
        </p:nvSpPr>
        <p:spPr>
          <a:xfrm>
            <a:off x="536448" y="1528009"/>
            <a:ext cx="4572000" cy="12721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Definition and Usage</a:t>
            </a:r>
          </a:p>
          <a:p>
            <a:pPr algn="l"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The </a:t>
            </a:r>
            <a:r>
              <a:rPr lang="en-US" b="0" i="0" dirty="0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&lt;div&gt;</a:t>
            </a: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 tag defines a division or a section in an HTML document.</a:t>
            </a:r>
          </a:p>
          <a:p>
            <a:pPr algn="l"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The </a:t>
            </a:r>
            <a:r>
              <a:rPr lang="en-US" b="0" i="0" dirty="0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&lt;div&gt;</a:t>
            </a: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 tag is used as a container for HTML elements - which is then styled with CSS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15E299A-E005-FF9D-A65B-7CA9B2AEEB66}"/>
              </a:ext>
            </a:extLst>
          </p:cNvPr>
          <p:cNvSpPr txBox="1"/>
          <p:nvPr/>
        </p:nvSpPr>
        <p:spPr>
          <a:xfrm>
            <a:off x="536448" y="835152"/>
            <a:ext cx="37429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Div &amp; span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3FF4183-C0D3-BF76-1870-A1DC973D49CA}"/>
              </a:ext>
            </a:extLst>
          </p:cNvPr>
          <p:cNvSpPr txBox="1"/>
          <p:nvPr/>
        </p:nvSpPr>
        <p:spPr>
          <a:xfrm>
            <a:off x="536448" y="2983080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The </a:t>
            </a:r>
            <a:r>
              <a:rPr lang="en-US" b="0" i="0" dirty="0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&lt;span&gt;</a:t>
            </a: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 tag is an inline container used to mark up a part of a text, </a:t>
            </a:r>
            <a:endParaRPr lang="en-US" dirty="0"/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DDC5BD3F-D740-6714-F226-3C0A71319C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313" y="3708184"/>
            <a:ext cx="3189576" cy="6001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&lt;div&gt;</a:t>
            </a:r>
            <a:r>
              <a:rPr kumimoji="0" lang="en-US" altLang="en-US" sz="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block-level → for sections/containers.</a:t>
            </a: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&lt;span&gt;</a:t>
            </a:r>
            <a:r>
              <a:rPr kumimoji="0" lang="en-US" altLang="en-US" sz="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inline → for styling small parts of text or content</a:t>
            </a: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D43975A-E828-FAE2-928A-18960654CC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5724" y="748085"/>
            <a:ext cx="2200582" cy="312463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77C11ED-9A8E-9175-2F25-E644154056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1243" y="4008266"/>
            <a:ext cx="1771897" cy="38105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05478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C67937B-6413-C8F6-840F-CD1418CA031D}"/>
              </a:ext>
            </a:extLst>
          </p:cNvPr>
          <p:cNvSpPr txBox="1"/>
          <p:nvPr/>
        </p:nvSpPr>
        <p:spPr>
          <a:xfrm>
            <a:off x="798576" y="688848"/>
            <a:ext cx="39989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Class &amp; id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CB7F31C-C1D2-4219-089C-8B28D0A84D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899" y="2859024"/>
            <a:ext cx="3303005" cy="167475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7CD1820-0C38-D5AB-948A-232F52BE92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2810256"/>
            <a:ext cx="2626882" cy="172352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04A8D1C-04A0-ED34-4092-F7A08791EE62}"/>
              </a:ext>
            </a:extLst>
          </p:cNvPr>
          <p:cNvSpPr txBox="1"/>
          <p:nvPr/>
        </p:nvSpPr>
        <p:spPr>
          <a:xfrm>
            <a:off x="798576" y="1306549"/>
            <a:ext cx="45720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The HTML </a:t>
            </a:r>
            <a:r>
              <a:rPr lang="en-US" b="0" i="0" dirty="0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 attribute is used to specify a class for an HTML element.</a:t>
            </a:r>
          </a:p>
          <a:p>
            <a:pPr algn="l"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Multiple HTML elements can share the same class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AED5E46-D0DB-68BD-F883-EBA47963A565}"/>
              </a:ext>
            </a:extLst>
          </p:cNvPr>
          <p:cNvSpPr txBox="1"/>
          <p:nvPr/>
        </p:nvSpPr>
        <p:spPr>
          <a:xfrm>
            <a:off x="798576" y="2190508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The </a:t>
            </a:r>
            <a:r>
              <a:rPr lang="en-US" b="0" i="0" dirty="0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 attribute specifies a unique id for an HTML element.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9694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DDD4F0D-0CFE-4B75-FC93-3A58C5853E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327" y="1412033"/>
            <a:ext cx="6130698" cy="279453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E9B82D7-25BD-2B35-C69C-A9A61A9729B0}"/>
              </a:ext>
            </a:extLst>
          </p:cNvPr>
          <p:cNvSpPr txBox="1"/>
          <p:nvPr/>
        </p:nvSpPr>
        <p:spPr>
          <a:xfrm>
            <a:off x="398106" y="783046"/>
            <a:ext cx="29795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err="1"/>
              <a:t>Css</a:t>
            </a:r>
            <a:r>
              <a:rPr lang="en-US" sz="2800" b="1" dirty="0"/>
              <a:t> Display</a:t>
            </a:r>
          </a:p>
        </p:txBody>
      </p:sp>
    </p:spTree>
    <p:extLst>
      <p:ext uri="{BB962C8B-B14F-4D97-AF65-F5344CB8AC3E}">
        <p14:creationId xmlns:p14="http://schemas.microsoft.com/office/powerpoint/2010/main" val="24689358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4A3FD14-BBD9-F7B5-D779-39132F606272}"/>
              </a:ext>
            </a:extLst>
          </p:cNvPr>
          <p:cNvSpPr txBox="1"/>
          <p:nvPr/>
        </p:nvSpPr>
        <p:spPr>
          <a:xfrm>
            <a:off x="408432" y="1640793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Elements next to a floating element will wrap around it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9C98FE-41C0-53FE-7E5D-A57457681B6F}"/>
              </a:ext>
            </a:extLst>
          </p:cNvPr>
          <p:cNvSpPr txBox="1"/>
          <p:nvPr/>
        </p:nvSpPr>
        <p:spPr>
          <a:xfrm>
            <a:off x="518160" y="840575"/>
            <a:ext cx="1828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err="1"/>
              <a:t>Css</a:t>
            </a:r>
            <a:r>
              <a:rPr lang="en-US" sz="2800" b="1" dirty="0"/>
              <a:t> Float</a:t>
            </a:r>
          </a:p>
          <a:p>
            <a:endParaRPr lang="en-US" sz="2800" b="1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2FC545C-FAEA-2B88-2E15-722143988C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160" y="2304288"/>
            <a:ext cx="4439270" cy="221284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F4BD961-1934-10B3-5139-737A0EC5C5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2017" y="2187224"/>
            <a:ext cx="1926336" cy="1390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36061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CEE505C9-F832-90CB-0374-56917066F0E0}"/>
              </a:ext>
            </a:extLst>
          </p:cNvPr>
          <p:cNvSpPr txBox="1"/>
          <p:nvPr/>
        </p:nvSpPr>
        <p:spPr>
          <a:xfrm>
            <a:off x="347472" y="1315170"/>
            <a:ext cx="45720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CSS </a:t>
            </a:r>
            <a:r>
              <a:rPr lang="en-US" b="0" i="0" dirty="0">
                <a:solidFill>
                  <a:srgbClr val="DC143C"/>
                </a:solidFill>
                <a:effectLst/>
                <a:latin typeface="Consolas" panose="020B0609020204030204" pitchFamily="49" charset="0"/>
                <a:hlinkClick r:id="rId2"/>
              </a:rPr>
              <a:t>overflow</a:t>
            </a: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 property controls what happens to content that is too big to fit into an area.</a:t>
            </a:r>
          </a:p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386BE4-8C11-A5E1-A042-47B9870CABB9}"/>
              </a:ext>
            </a:extLst>
          </p:cNvPr>
          <p:cNvSpPr txBox="1"/>
          <p:nvPr/>
        </p:nvSpPr>
        <p:spPr>
          <a:xfrm>
            <a:off x="579120" y="772704"/>
            <a:ext cx="30906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i="0" dirty="0">
                <a:solidFill>
                  <a:srgbClr val="DC143C"/>
                </a:solidFill>
                <a:effectLst/>
                <a:latin typeface="Consolas" panose="020B0609020204030204" pitchFamily="49" charset="0"/>
                <a:hlinkClick r:id="rId2"/>
              </a:rPr>
              <a:t>overflow</a:t>
            </a:r>
            <a:endParaRPr lang="en-US" sz="2800" b="1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937A559-DB3A-D9B7-E9E5-5785C83CBC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144" y="2298192"/>
            <a:ext cx="5413248" cy="235915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92A7E08-346B-FD34-15EA-C4766CD678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8464" y="2450642"/>
            <a:ext cx="2798064" cy="201005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6" name="Rectangle 1">
            <a:extLst>
              <a:ext uri="{FF2B5EF4-FFF2-40B4-BE49-F238E27FC236}">
                <a16:creationId xmlns:a16="http://schemas.microsoft.com/office/drawing/2014/main" id="{68734FE4-798F-0002-30F6-C5A201EF15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472" y="1919191"/>
            <a:ext cx="5413248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visible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extra content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remains visible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outside the element.</a:t>
            </a:r>
          </a:p>
        </p:txBody>
      </p:sp>
    </p:spTree>
    <p:extLst>
      <p:ext uri="{BB962C8B-B14F-4D97-AF65-F5344CB8AC3E}">
        <p14:creationId xmlns:p14="http://schemas.microsoft.com/office/powerpoint/2010/main" val="2816371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42D2D81-0C22-6E25-A9F2-49551B9963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966367"/>
            <a:ext cx="5327904" cy="26178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9A00B13-E2F5-4D9D-F962-27AC2C65DE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6803" y="3021874"/>
            <a:ext cx="2276793" cy="156231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4222F60-B2B3-28F2-34A6-C02E93FE3581}"/>
              </a:ext>
            </a:extLst>
          </p:cNvPr>
          <p:cNvSpPr txBox="1"/>
          <p:nvPr/>
        </p:nvSpPr>
        <p:spPr>
          <a:xfrm>
            <a:off x="475488" y="748320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2800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CSS overflow: hidden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C0B831A-1694-F6EB-41C6-AB680C10774B}"/>
              </a:ext>
            </a:extLst>
          </p:cNvPr>
          <p:cNvSpPr txBox="1"/>
          <p:nvPr/>
        </p:nvSpPr>
        <p:spPr>
          <a:xfrm>
            <a:off x="475488" y="1465065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hidden</a:t>
            </a:r>
            <a:r>
              <a:rPr lang="en-US" dirty="0"/>
              <a:t> → extra content is </a:t>
            </a:r>
            <a:r>
              <a:rPr lang="en-US" b="1" dirty="0"/>
              <a:t>cut off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2364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DBB9F52-F5B0-D5AF-8221-357A93180CCD}"/>
              </a:ext>
            </a:extLst>
          </p:cNvPr>
          <p:cNvSpPr txBox="1"/>
          <p:nvPr/>
        </p:nvSpPr>
        <p:spPr>
          <a:xfrm>
            <a:off x="377952" y="748320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2800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CSS overflow: scroll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BD9B9EE-8E5E-3786-7427-815049E01D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952" y="1981200"/>
            <a:ext cx="5331213" cy="2413980"/>
          </a:xfrm>
          <a:prstGeom prst="rect">
            <a:avLst/>
          </a:prstGeom>
        </p:spPr>
      </p:pic>
      <p:sp>
        <p:nvSpPr>
          <p:cNvPr id="10" name="Rectangle 1">
            <a:extLst>
              <a:ext uri="{FF2B5EF4-FFF2-40B4-BE49-F238E27FC236}">
                <a16:creationId xmlns:a16="http://schemas.microsoft.com/office/drawing/2014/main" id="{6D8024F5-186B-650C-0990-B6BE43C8C9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192" y="1488757"/>
            <a:ext cx="5548604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scroll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extra content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can be seen using a scrollbar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F0CF47F-EB85-C5DC-31E6-3F0DF70DD9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3796" y="2706505"/>
            <a:ext cx="2524477" cy="121937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069379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DACB2E4-DDAF-FF52-D2E4-1CEF5F979023}"/>
              </a:ext>
            </a:extLst>
          </p:cNvPr>
          <p:cNvSpPr txBox="1"/>
          <p:nvPr/>
        </p:nvSpPr>
        <p:spPr>
          <a:xfrm>
            <a:off x="457200" y="738740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2800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CSS Box Model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791E6413-E0CE-1876-6510-185A9D7871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114" y="1444586"/>
            <a:ext cx="621418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Box model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Every element in CSS is a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box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made of: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content, padding, border, and margin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71785E9-F34D-B891-868D-FBB0FB035A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114" y="2150432"/>
            <a:ext cx="6150864" cy="2384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33386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EE5D61C8-AA59-BA04-9645-95855E4157DB}"/>
              </a:ext>
            </a:extLst>
          </p:cNvPr>
          <p:cNvSpPr txBox="1"/>
          <p:nvPr/>
        </p:nvSpPr>
        <p:spPr>
          <a:xfrm>
            <a:off x="606552" y="844451"/>
            <a:ext cx="17983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2800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CSS Text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4630299-02AB-56A0-5484-B0AB2C834E20}"/>
              </a:ext>
            </a:extLst>
          </p:cNvPr>
          <p:cNvSpPr txBox="1"/>
          <p:nvPr/>
        </p:nvSpPr>
        <p:spPr>
          <a:xfrm>
            <a:off x="606552" y="1813557"/>
            <a:ext cx="335889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200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CSS Text Alignment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2F37525-A089-2B2C-16C2-048C01671F81}"/>
              </a:ext>
            </a:extLst>
          </p:cNvPr>
          <p:cNvSpPr txBox="1"/>
          <p:nvPr/>
        </p:nvSpPr>
        <p:spPr>
          <a:xfrm>
            <a:off x="575388" y="2348365"/>
            <a:ext cx="45720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The </a:t>
            </a:r>
            <a:r>
              <a:rPr lang="en-US" b="0" i="0" dirty="0">
                <a:solidFill>
                  <a:srgbClr val="DC143C"/>
                </a:solidFill>
                <a:effectLst/>
                <a:latin typeface="Consolas" panose="020B0609020204030204" pitchFamily="49" charset="0"/>
                <a:hlinkClick r:id="rId2"/>
              </a:rPr>
              <a:t>text-align</a:t>
            </a: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 property is used to set the horizontal alignment of a text.</a:t>
            </a:r>
          </a:p>
          <a:p>
            <a:pPr algn="l"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This property can have one of the following values: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left</a:t>
            </a: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 - Aligns the text to the left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right</a:t>
            </a: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 - Aligns the text to the right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center</a:t>
            </a: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 - Centers the text</a:t>
            </a:r>
          </a:p>
        </p:txBody>
      </p:sp>
    </p:spTree>
    <p:extLst>
      <p:ext uri="{BB962C8B-B14F-4D97-AF65-F5344CB8AC3E}">
        <p14:creationId xmlns:p14="http://schemas.microsoft.com/office/powerpoint/2010/main" val="11519885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0939E994-4819-174C-5846-6C1A88D37F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677" y="1626578"/>
            <a:ext cx="5649113" cy="292659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7EEA8C2-6967-7B1C-E2C3-ACBBC386E32E}"/>
              </a:ext>
            </a:extLst>
          </p:cNvPr>
          <p:cNvSpPr txBox="1"/>
          <p:nvPr/>
        </p:nvSpPr>
        <p:spPr>
          <a:xfrm>
            <a:off x="410677" y="844293"/>
            <a:ext cx="335889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2000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CSS Text Alignment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55CA453-F9C0-52F8-45D7-EAAE15CB8D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9790" y="2846831"/>
            <a:ext cx="2498994" cy="138912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27543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6A3837A2-7D97-1500-FC56-86CC41AABC7D}"/>
              </a:ext>
            </a:extLst>
          </p:cNvPr>
          <p:cNvSpPr txBox="1"/>
          <p:nvPr/>
        </p:nvSpPr>
        <p:spPr>
          <a:xfrm>
            <a:off x="396240" y="725420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2800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CSS Text Decoration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F319958-3305-7A55-99B3-0536D26769B3}"/>
              </a:ext>
            </a:extLst>
          </p:cNvPr>
          <p:cNvSpPr txBox="1"/>
          <p:nvPr/>
        </p:nvSpPr>
        <p:spPr>
          <a:xfrm>
            <a:off x="304800" y="1579382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The CSS </a:t>
            </a:r>
            <a:r>
              <a:rPr lang="en-US" b="0" i="0" dirty="0">
                <a:solidFill>
                  <a:srgbClr val="DC143C"/>
                </a:solidFill>
                <a:effectLst/>
                <a:latin typeface="Consolas" panose="020B0609020204030204" pitchFamily="49" charset="0"/>
                <a:hlinkClick r:id="rId2"/>
              </a:rPr>
              <a:t>text-decoration</a:t>
            </a: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 property is used to control the appearance of decorative lines on text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0396766-9BA2-CC2B-7416-2C7914B732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240" y="2102602"/>
            <a:ext cx="5370576" cy="240639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459FE91-37AC-66EB-4C4F-2647BCB14A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0096" y="2571750"/>
            <a:ext cx="3233647" cy="163064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46357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9C16B68-8BD1-D1E5-D0FA-B660F6BD6203}"/>
              </a:ext>
            </a:extLst>
          </p:cNvPr>
          <p:cNvSpPr txBox="1"/>
          <p:nvPr/>
        </p:nvSpPr>
        <p:spPr>
          <a:xfrm>
            <a:off x="469392" y="803184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2400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CSS Text Transformation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9D64F00-1EDE-6FD8-9E46-228A2E157A5D}"/>
              </a:ext>
            </a:extLst>
          </p:cNvPr>
          <p:cNvSpPr txBox="1"/>
          <p:nvPr/>
        </p:nvSpPr>
        <p:spPr>
          <a:xfrm>
            <a:off x="469392" y="1319753"/>
            <a:ext cx="4572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capitalize</a:t>
            </a: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 - Transforms the first character of each word to uppercase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uppercase</a:t>
            </a: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 - Transforms all characters to uppercase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lowercase</a:t>
            </a: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 - Transforms all characters to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lowercas</a:t>
            </a:r>
            <a:endParaRPr lang="en-US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E4F9676-230B-00A1-3ED4-24A0A96713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067" y="2273860"/>
            <a:ext cx="5239481" cy="242611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E1B2138-0EE2-2F10-582E-859CC6BC5B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5232" y="1562331"/>
            <a:ext cx="3314902" cy="215295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276992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D3C316B9-90B3-AB37-023B-C224FE82F998}"/>
              </a:ext>
            </a:extLst>
          </p:cNvPr>
          <p:cNvSpPr txBox="1"/>
          <p:nvPr/>
        </p:nvSpPr>
        <p:spPr>
          <a:xfrm>
            <a:off x="457200" y="986064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2800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CSS Text Spacing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4F088A8-E4A4-7C70-5CF0-428E2780F682}"/>
              </a:ext>
            </a:extLst>
          </p:cNvPr>
          <p:cNvSpPr txBox="1"/>
          <p:nvPr/>
        </p:nvSpPr>
        <p:spPr>
          <a:xfrm>
            <a:off x="457200" y="1768203"/>
            <a:ext cx="4572000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CSS has several properties to control text spacing.</a:t>
            </a:r>
          </a:p>
          <a:p>
            <a:pPr algn="l"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In this chapter you will learn about the following properties: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DC143C"/>
                </a:solidFill>
                <a:effectLst/>
                <a:latin typeface="Consolas" panose="020B0609020204030204" pitchFamily="49" charset="0"/>
                <a:hlinkClick r:id="rId2"/>
              </a:rPr>
              <a:t>text-indent</a:t>
            </a:r>
            <a:endParaRPr lang="en-US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DC143C"/>
                </a:solidFill>
                <a:effectLst/>
                <a:latin typeface="Consolas" panose="020B0609020204030204" pitchFamily="49" charset="0"/>
                <a:hlinkClick r:id="rId3"/>
              </a:rPr>
              <a:t>letter-spacing</a:t>
            </a:r>
            <a:endParaRPr lang="en-US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DC143C"/>
                </a:solidFill>
                <a:effectLst/>
                <a:latin typeface="Consolas" panose="020B0609020204030204" pitchFamily="49" charset="0"/>
                <a:hlinkClick r:id="rId4"/>
              </a:rPr>
              <a:t>line-height</a:t>
            </a:r>
            <a:endParaRPr lang="en-US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DC143C"/>
                </a:solidFill>
                <a:effectLst/>
                <a:latin typeface="Consolas" panose="020B0609020204030204" pitchFamily="49" charset="0"/>
                <a:hlinkClick r:id="rId5"/>
              </a:rPr>
              <a:t>word-spacing</a:t>
            </a:r>
            <a:endParaRPr lang="en-US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190239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FCC9240-8AC2-7858-1C5D-83F8EF48E5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769" y="1336915"/>
            <a:ext cx="8163447" cy="319383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45572D4-2FF9-50E0-5C86-30637D1D56BF}"/>
              </a:ext>
            </a:extLst>
          </p:cNvPr>
          <p:cNvSpPr txBox="1"/>
          <p:nvPr/>
        </p:nvSpPr>
        <p:spPr>
          <a:xfrm>
            <a:off x="908093" y="659097"/>
            <a:ext cx="154502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Task</a:t>
            </a:r>
          </a:p>
          <a:p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22937251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D60B44C-676B-9BAC-1C11-1758CD4E27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252" y="1563939"/>
            <a:ext cx="7617898" cy="307142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2F803C7-2264-0536-34D6-19A7ED31BD87}"/>
              </a:ext>
            </a:extLst>
          </p:cNvPr>
          <p:cNvSpPr txBox="1"/>
          <p:nvPr/>
        </p:nvSpPr>
        <p:spPr>
          <a:xfrm>
            <a:off x="378372" y="753690"/>
            <a:ext cx="154502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Task</a:t>
            </a:r>
          </a:p>
          <a:p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2022841909"/>
      </p:ext>
    </p:extLst>
  </p:cSld>
  <p:clrMapOvr>
    <a:masterClrMapping/>
  </p:clrMapOvr>
</p:sld>
</file>

<file path=ppt/theme/theme1.xml><?xml version="1.0" encoding="utf-8"?>
<a:theme xmlns:a="http://schemas.openxmlformats.org/drawingml/2006/main" name="Website Design Consulting by Slidesgo">
  <a:themeElements>
    <a:clrScheme name="Simple Light">
      <a:dk1>
        <a:srgbClr val="263238"/>
      </a:dk1>
      <a:lt1>
        <a:srgbClr val="F9F7F9"/>
      </a:lt1>
      <a:dk2>
        <a:srgbClr val="DBDBDB"/>
      </a:dk2>
      <a:lt2>
        <a:srgbClr val="B1A0B3"/>
      </a:lt2>
      <a:accent1>
        <a:srgbClr val="8E808F"/>
      </a:accent1>
      <a:accent2>
        <a:srgbClr val="423542"/>
      </a:accent2>
      <a:accent3>
        <a:srgbClr val="455A64"/>
      </a:accent3>
      <a:accent4>
        <a:srgbClr val="FFFFFF"/>
      </a:accent4>
      <a:accent5>
        <a:srgbClr val="FFFFFF"/>
      </a:accent5>
      <a:accent6>
        <a:srgbClr val="FFFFFF"/>
      </a:accent6>
      <a:hlink>
        <a:srgbClr val="2632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1884</TotalTime>
  <Words>949</Words>
  <Application>Microsoft Office PowerPoint</Application>
  <PresentationFormat>On-screen Show (16:9)</PresentationFormat>
  <Paragraphs>87</Paragraphs>
  <Slides>25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4" baseType="lpstr">
      <vt:lpstr>Corbel Light</vt:lpstr>
      <vt:lpstr>Times New Roman</vt:lpstr>
      <vt:lpstr>Consolas</vt:lpstr>
      <vt:lpstr>Arial Unicode MS</vt:lpstr>
      <vt:lpstr>Arial</vt:lpstr>
      <vt:lpstr>Figtree Black</vt:lpstr>
      <vt:lpstr>Segoe UI</vt:lpstr>
      <vt:lpstr>Archivo</vt:lpstr>
      <vt:lpstr>Website Design Consulting by Slidesgo</vt:lpstr>
      <vt:lpstr>Website Design</vt:lpstr>
      <vt:lpstr>CSS stands for Cascading Style Sheets  CSS describes how HTML elements are to be displayed on screen, paper, or in other media </vt:lpstr>
      <vt:lpstr>Using CSS CSS can be added to HTML documents in 3 ways:  Inline - by using the style attribute inside HTML elements Internal - by using a &lt;style&gt; element in the &lt;head&gt; section External - by using a &lt;link&gt; element to link to an external CSS file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Soft</dc:creator>
  <cp:lastModifiedBy>shimaa kashkoush</cp:lastModifiedBy>
  <cp:revision>6</cp:revision>
  <dcterms:modified xsi:type="dcterms:W3CDTF">2025-10-29T10:49:00Z</dcterms:modified>
</cp:coreProperties>
</file>